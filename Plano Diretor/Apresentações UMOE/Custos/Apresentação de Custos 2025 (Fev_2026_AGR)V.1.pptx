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3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665" r:id="rId2"/>
    <p:sldMasterId id="2147483676" r:id="rId3"/>
    <p:sldMasterId id="2147483688" r:id="rId4"/>
  </p:sldMasterIdLst>
  <p:notesMasterIdLst>
    <p:notesMasterId r:id="rId26"/>
  </p:notesMasterIdLst>
  <p:handoutMasterIdLst>
    <p:handoutMasterId r:id="rId27"/>
  </p:handoutMasterIdLst>
  <p:sldIdLst>
    <p:sldId id="269" r:id="rId5"/>
    <p:sldId id="256" r:id="rId6"/>
    <p:sldId id="506" r:id="rId7"/>
    <p:sldId id="507" r:id="rId8"/>
    <p:sldId id="530" r:id="rId9"/>
    <p:sldId id="508" r:id="rId10"/>
    <p:sldId id="509" r:id="rId11"/>
    <p:sldId id="510" r:id="rId12"/>
    <p:sldId id="511" r:id="rId13"/>
    <p:sldId id="531" r:id="rId14"/>
    <p:sldId id="522" r:id="rId15"/>
    <p:sldId id="533" r:id="rId16"/>
    <p:sldId id="514" r:id="rId17"/>
    <p:sldId id="524" r:id="rId18"/>
    <p:sldId id="516" r:id="rId19"/>
    <p:sldId id="525" r:id="rId20"/>
    <p:sldId id="518" r:id="rId21"/>
    <p:sldId id="526" r:id="rId22"/>
    <p:sldId id="520" r:id="rId23"/>
    <p:sldId id="527" r:id="rId24"/>
    <p:sldId id="324" r:id="rId25"/>
  </p:sldIdLst>
  <p:sldSz cx="16256000" cy="9144000"/>
  <p:notesSz cx="7099300" cy="10234613"/>
  <p:defaultTextStyle>
    <a:defPPr>
      <a:defRPr lang="nb-NO"/>
    </a:defPPr>
    <a:lvl1pPr marL="0" algn="l" defTabSz="1218164" rtl="0" eaLnBrk="1" latinLnBrk="0" hangingPunct="1">
      <a:defRPr sz="2398" kern="1200">
        <a:solidFill>
          <a:schemeClr val="tx1"/>
        </a:solidFill>
        <a:latin typeface="+mn-lt"/>
        <a:ea typeface="+mn-ea"/>
        <a:cs typeface="+mn-cs"/>
      </a:defRPr>
    </a:lvl1pPr>
    <a:lvl2pPr marL="609082" algn="l" defTabSz="1218164" rtl="0" eaLnBrk="1" latinLnBrk="0" hangingPunct="1">
      <a:defRPr sz="2398" kern="1200">
        <a:solidFill>
          <a:schemeClr val="tx1"/>
        </a:solidFill>
        <a:latin typeface="+mn-lt"/>
        <a:ea typeface="+mn-ea"/>
        <a:cs typeface="+mn-cs"/>
      </a:defRPr>
    </a:lvl2pPr>
    <a:lvl3pPr marL="1218164" algn="l" defTabSz="1218164" rtl="0" eaLnBrk="1" latinLnBrk="0" hangingPunct="1">
      <a:defRPr sz="2398" kern="1200">
        <a:solidFill>
          <a:schemeClr val="tx1"/>
        </a:solidFill>
        <a:latin typeface="+mn-lt"/>
        <a:ea typeface="+mn-ea"/>
        <a:cs typeface="+mn-cs"/>
      </a:defRPr>
    </a:lvl3pPr>
    <a:lvl4pPr marL="1827246" algn="l" defTabSz="1218164" rtl="0" eaLnBrk="1" latinLnBrk="0" hangingPunct="1">
      <a:defRPr sz="2398" kern="1200">
        <a:solidFill>
          <a:schemeClr val="tx1"/>
        </a:solidFill>
        <a:latin typeface="+mn-lt"/>
        <a:ea typeface="+mn-ea"/>
        <a:cs typeface="+mn-cs"/>
      </a:defRPr>
    </a:lvl4pPr>
    <a:lvl5pPr marL="2436327" algn="l" defTabSz="1218164" rtl="0" eaLnBrk="1" latinLnBrk="0" hangingPunct="1">
      <a:defRPr sz="2398" kern="1200">
        <a:solidFill>
          <a:schemeClr val="tx1"/>
        </a:solidFill>
        <a:latin typeface="+mn-lt"/>
        <a:ea typeface="+mn-ea"/>
        <a:cs typeface="+mn-cs"/>
      </a:defRPr>
    </a:lvl5pPr>
    <a:lvl6pPr marL="3045409" algn="l" defTabSz="1218164" rtl="0" eaLnBrk="1" latinLnBrk="0" hangingPunct="1">
      <a:defRPr sz="2398" kern="1200">
        <a:solidFill>
          <a:schemeClr val="tx1"/>
        </a:solidFill>
        <a:latin typeface="+mn-lt"/>
        <a:ea typeface="+mn-ea"/>
        <a:cs typeface="+mn-cs"/>
      </a:defRPr>
    </a:lvl6pPr>
    <a:lvl7pPr marL="3654491" algn="l" defTabSz="1218164" rtl="0" eaLnBrk="1" latinLnBrk="0" hangingPunct="1">
      <a:defRPr sz="2398" kern="1200">
        <a:solidFill>
          <a:schemeClr val="tx1"/>
        </a:solidFill>
        <a:latin typeface="+mn-lt"/>
        <a:ea typeface="+mn-ea"/>
        <a:cs typeface="+mn-cs"/>
      </a:defRPr>
    </a:lvl7pPr>
    <a:lvl8pPr marL="4263573" algn="l" defTabSz="1218164" rtl="0" eaLnBrk="1" latinLnBrk="0" hangingPunct="1">
      <a:defRPr sz="2398" kern="1200">
        <a:solidFill>
          <a:schemeClr val="tx1"/>
        </a:solidFill>
        <a:latin typeface="+mn-lt"/>
        <a:ea typeface="+mn-ea"/>
        <a:cs typeface="+mn-cs"/>
      </a:defRPr>
    </a:lvl8pPr>
    <a:lvl9pPr marL="4872655" algn="l" defTabSz="1218164" rtl="0" eaLnBrk="1" latinLnBrk="0" hangingPunct="1">
      <a:defRPr sz="2398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5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3390F"/>
    <a:srgbClr val="0B7B54"/>
    <a:srgbClr val="0EB562"/>
    <a:srgbClr val="03391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920" autoAdjust="0"/>
    <p:restoredTop sz="94880" autoAdjust="0"/>
  </p:normalViewPr>
  <p:slideViewPr>
    <p:cSldViewPr snapToGrid="0">
      <p:cViewPr varScale="1">
        <p:scale>
          <a:sx n="97" d="100"/>
          <a:sy n="97" d="100"/>
        </p:scale>
        <p:origin x="108" y="348"/>
      </p:cViewPr>
      <p:guideLst>
        <p:guide orient="horz" pos="2880"/>
        <p:guide pos="5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ctávio Augusto Perrud" userId="5f17675c-cdc7-4872-928f-81e3c7e536ae" providerId="ADAL" clId="{FF7233A0-30FD-4BCC-B1FC-CFA99B51B327}"/>
    <pc:docChg chg="undo custSel addSld delSld modSld delMainMaster">
      <pc:chgData name="Octávio Augusto Perrud" userId="5f17675c-cdc7-4872-928f-81e3c7e536ae" providerId="ADAL" clId="{FF7233A0-30FD-4BCC-B1FC-CFA99B51B327}" dt="2026-03-17T14:38:02.604" v="2523" actId="47"/>
      <pc:docMkLst>
        <pc:docMk/>
      </pc:docMkLst>
      <pc:sldChg chg="modSp mod">
        <pc:chgData name="Octávio Augusto Perrud" userId="5f17675c-cdc7-4872-928f-81e3c7e536ae" providerId="ADAL" clId="{FF7233A0-30FD-4BCC-B1FC-CFA99B51B327}" dt="2026-03-17T13:24:50.980" v="2224" actId="20577"/>
        <pc:sldMkLst>
          <pc:docMk/>
          <pc:sldMk cId="3421591894" sldId="256"/>
        </pc:sldMkLst>
        <pc:spChg chg="mod">
          <ac:chgData name="Octávio Augusto Perrud" userId="5f17675c-cdc7-4872-928f-81e3c7e536ae" providerId="ADAL" clId="{FF7233A0-30FD-4BCC-B1FC-CFA99B51B327}" dt="2026-03-17T13:24:50.980" v="2224" actId="20577"/>
          <ac:spMkLst>
            <pc:docMk/>
            <pc:sldMk cId="3421591894" sldId="256"/>
            <ac:spMk id="4" creationId="{FDF89493-06AF-272C-F1C2-1DCE8711FBEE}"/>
          </ac:spMkLst>
        </pc:spChg>
      </pc:sldChg>
      <pc:sldChg chg="addSp delSp modSp mod">
        <pc:chgData name="Octávio Augusto Perrud" userId="5f17675c-cdc7-4872-928f-81e3c7e536ae" providerId="ADAL" clId="{FF7233A0-30FD-4BCC-B1FC-CFA99B51B327}" dt="2026-03-17T13:56:02.455" v="2513" actId="1038"/>
        <pc:sldMkLst>
          <pc:docMk/>
          <pc:sldMk cId="453565677" sldId="506"/>
        </pc:sldMkLst>
        <pc:picChg chg="add mod">
          <ac:chgData name="Octávio Augusto Perrud" userId="5f17675c-cdc7-4872-928f-81e3c7e536ae" providerId="ADAL" clId="{FF7233A0-30FD-4BCC-B1FC-CFA99B51B327}" dt="2026-03-17T13:55:34.282" v="2458" actId="29295"/>
          <ac:picMkLst>
            <pc:docMk/>
            <pc:sldMk cId="453565677" sldId="506"/>
            <ac:picMk id="5" creationId="{DC8EF83B-43E0-A2BD-493B-1996323DAB75}"/>
          </ac:picMkLst>
        </pc:picChg>
        <pc:picChg chg="add mod modCrop">
          <ac:chgData name="Octávio Augusto Perrud" userId="5f17675c-cdc7-4872-928f-81e3c7e536ae" providerId="ADAL" clId="{FF7233A0-30FD-4BCC-B1FC-CFA99B51B327}" dt="2026-03-17T13:56:02.455" v="2513" actId="1038"/>
          <ac:picMkLst>
            <pc:docMk/>
            <pc:sldMk cId="453565677" sldId="506"/>
            <ac:picMk id="6" creationId="{E9200D63-2CA5-2668-136A-F9E5FED9855E}"/>
          </ac:picMkLst>
        </pc:picChg>
        <pc:picChg chg="add del mod">
          <ac:chgData name="Octávio Augusto Perrud" userId="5f17675c-cdc7-4872-928f-81e3c7e536ae" providerId="ADAL" clId="{FF7233A0-30FD-4BCC-B1FC-CFA99B51B327}" dt="2026-03-17T13:55:18.411" v="2427" actId="478"/>
          <ac:picMkLst>
            <pc:docMk/>
            <pc:sldMk cId="453565677" sldId="506"/>
            <ac:picMk id="8" creationId="{F8094F3A-8DFA-CAF4-A20E-CBF6F6C6089F}"/>
          </ac:picMkLst>
        </pc:picChg>
      </pc:sldChg>
      <pc:sldChg chg="addSp delSp modSp mod">
        <pc:chgData name="Octávio Augusto Perrud" userId="5f17675c-cdc7-4872-928f-81e3c7e536ae" providerId="ADAL" clId="{FF7233A0-30FD-4BCC-B1FC-CFA99B51B327}" dt="2026-03-17T13:57:46.611" v="2519" actId="1076"/>
        <pc:sldMkLst>
          <pc:docMk/>
          <pc:sldMk cId="201148634" sldId="507"/>
        </pc:sldMkLst>
        <pc:picChg chg="add mod ord">
          <ac:chgData name="Octávio Augusto Perrud" userId="5f17675c-cdc7-4872-928f-81e3c7e536ae" providerId="ADAL" clId="{FF7233A0-30FD-4BCC-B1FC-CFA99B51B327}" dt="2026-03-17T13:57:46.611" v="2519" actId="1076"/>
          <ac:picMkLst>
            <pc:docMk/>
            <pc:sldMk cId="201148634" sldId="507"/>
            <ac:picMk id="4" creationId="{69D91AF6-DA07-15B6-203D-F5B7A41E5713}"/>
          </ac:picMkLst>
        </pc:picChg>
        <pc:picChg chg="add del mod ord">
          <ac:chgData name="Octávio Augusto Perrud" userId="5f17675c-cdc7-4872-928f-81e3c7e536ae" providerId="ADAL" clId="{FF7233A0-30FD-4BCC-B1FC-CFA99B51B327}" dt="2026-03-17T13:57:41.121" v="2518" actId="478"/>
          <ac:picMkLst>
            <pc:docMk/>
            <pc:sldMk cId="201148634" sldId="507"/>
            <ac:picMk id="7" creationId="{FD330F2A-5BC4-736C-2694-FCF79DB292FC}"/>
          </ac:picMkLst>
        </pc:picChg>
      </pc:sldChg>
      <pc:sldChg chg="addSp delSp modSp mod">
        <pc:chgData name="Octávio Augusto Perrud" userId="5f17675c-cdc7-4872-928f-81e3c7e536ae" providerId="ADAL" clId="{FF7233A0-30FD-4BCC-B1FC-CFA99B51B327}" dt="2026-03-17T13:28:48.521" v="2333" actId="20577"/>
        <pc:sldMkLst>
          <pc:docMk/>
          <pc:sldMk cId="1484826977" sldId="508"/>
        </pc:sldMkLst>
        <pc:spChg chg="mod">
          <ac:chgData name="Octávio Augusto Perrud" userId="5f17675c-cdc7-4872-928f-81e3c7e536ae" providerId="ADAL" clId="{FF7233A0-30FD-4BCC-B1FC-CFA99B51B327}" dt="2026-03-17T13:28:48.521" v="2333" actId="20577"/>
          <ac:spMkLst>
            <pc:docMk/>
            <pc:sldMk cId="1484826977" sldId="508"/>
            <ac:spMk id="4" creationId="{ADF7C01C-44D3-E12D-A6E7-8263C0146E97}"/>
          </ac:spMkLst>
        </pc:spChg>
        <pc:grpChg chg="add del mod">
          <ac:chgData name="Octávio Augusto Perrud" userId="5f17675c-cdc7-4872-928f-81e3c7e536ae" providerId="ADAL" clId="{FF7233A0-30FD-4BCC-B1FC-CFA99B51B327}" dt="2026-03-17T13:27:21.037" v="2293" actId="478"/>
          <ac:grpSpMkLst>
            <pc:docMk/>
            <pc:sldMk cId="1484826977" sldId="508"/>
            <ac:grpSpMk id="9" creationId="{6A4F1316-233C-D405-D008-8C5CA8E23B7E}"/>
          </ac:grpSpMkLst>
        </pc:grpChg>
        <pc:grpChg chg="add mod">
          <ac:chgData name="Octávio Augusto Perrud" userId="5f17675c-cdc7-4872-928f-81e3c7e536ae" providerId="ADAL" clId="{FF7233A0-30FD-4BCC-B1FC-CFA99B51B327}" dt="2026-03-17T13:28:18.595" v="2316" actId="164"/>
          <ac:grpSpMkLst>
            <pc:docMk/>
            <pc:sldMk cId="1484826977" sldId="508"/>
            <ac:grpSpMk id="11" creationId="{50295D28-0D58-9580-FC6E-7FF9F2F28CD3}"/>
          </ac:grpSpMkLst>
        </pc:grpChg>
        <pc:picChg chg="add mod ord">
          <ac:chgData name="Octávio Augusto Perrud" userId="5f17675c-cdc7-4872-928f-81e3c7e536ae" providerId="ADAL" clId="{FF7233A0-30FD-4BCC-B1FC-CFA99B51B327}" dt="2026-03-17T13:28:18.595" v="2316" actId="164"/>
          <ac:picMkLst>
            <pc:docMk/>
            <pc:sldMk cId="1484826977" sldId="508"/>
            <ac:picMk id="6" creationId="{63BD738C-EAF1-D8C0-3622-6111E9D8576B}"/>
          </ac:picMkLst>
        </pc:picChg>
        <pc:picChg chg="add mod">
          <ac:chgData name="Octávio Augusto Perrud" userId="5f17675c-cdc7-4872-928f-81e3c7e536ae" providerId="ADAL" clId="{FF7233A0-30FD-4BCC-B1FC-CFA99B51B327}" dt="2026-03-17T13:28:18.595" v="2316" actId="164"/>
          <ac:picMkLst>
            <pc:docMk/>
            <pc:sldMk cId="1484826977" sldId="508"/>
            <ac:picMk id="10" creationId="{57D4F6B6-EFBD-F267-616E-E4BCF243EA0C}"/>
          </ac:picMkLst>
        </pc:picChg>
      </pc:sldChg>
      <pc:sldChg chg="addSp delSp modSp mod">
        <pc:chgData name="Octávio Augusto Perrud" userId="5f17675c-cdc7-4872-928f-81e3c7e536ae" providerId="ADAL" clId="{FF7233A0-30FD-4BCC-B1FC-CFA99B51B327}" dt="2026-03-17T13:30:09.975" v="2372" actId="20577"/>
        <pc:sldMkLst>
          <pc:docMk/>
          <pc:sldMk cId="3930601199" sldId="509"/>
        </pc:sldMkLst>
        <pc:spChg chg="mod">
          <ac:chgData name="Octávio Augusto Perrud" userId="5f17675c-cdc7-4872-928f-81e3c7e536ae" providerId="ADAL" clId="{FF7233A0-30FD-4BCC-B1FC-CFA99B51B327}" dt="2026-03-17T13:30:09.975" v="2372" actId="20577"/>
          <ac:spMkLst>
            <pc:docMk/>
            <pc:sldMk cId="3930601199" sldId="509"/>
            <ac:spMk id="4" creationId="{E6CEBA01-1145-9F1A-0E55-8EF4D3FCF70A}"/>
          </ac:spMkLst>
        </pc:spChg>
        <pc:grpChg chg="add mod">
          <ac:chgData name="Octávio Augusto Perrud" userId="5f17675c-cdc7-4872-928f-81e3c7e536ae" providerId="ADAL" clId="{FF7233A0-30FD-4BCC-B1FC-CFA99B51B327}" dt="2026-03-17T13:29:57.713" v="2371" actId="164"/>
          <ac:grpSpMkLst>
            <pc:docMk/>
            <pc:sldMk cId="3930601199" sldId="509"/>
            <ac:grpSpMk id="9" creationId="{A38B9271-25C8-3FEF-6EBE-6D666A855534}"/>
          </ac:grpSpMkLst>
        </pc:grpChg>
        <pc:grpChg chg="add del mod">
          <ac:chgData name="Octávio Augusto Perrud" userId="5f17675c-cdc7-4872-928f-81e3c7e536ae" providerId="ADAL" clId="{FF7233A0-30FD-4BCC-B1FC-CFA99B51B327}" dt="2026-03-17T13:29:16.812" v="2337" actId="478"/>
          <ac:grpSpMkLst>
            <pc:docMk/>
            <pc:sldMk cId="3930601199" sldId="509"/>
            <ac:grpSpMk id="11" creationId="{6FEF76E9-FFC4-6C3E-A164-045ECB3328CC}"/>
          </ac:grpSpMkLst>
        </pc:grpChg>
        <pc:picChg chg="add mod ord">
          <ac:chgData name="Octávio Augusto Perrud" userId="5f17675c-cdc7-4872-928f-81e3c7e536ae" providerId="ADAL" clId="{FF7233A0-30FD-4BCC-B1FC-CFA99B51B327}" dt="2026-03-17T13:29:57.713" v="2371" actId="164"/>
          <ac:picMkLst>
            <pc:docMk/>
            <pc:sldMk cId="3930601199" sldId="509"/>
            <ac:picMk id="6" creationId="{A79C54CE-00C2-FBB9-A303-5D23DE78FF6D}"/>
          </ac:picMkLst>
        </pc:picChg>
        <pc:picChg chg="add mod">
          <ac:chgData name="Octávio Augusto Perrud" userId="5f17675c-cdc7-4872-928f-81e3c7e536ae" providerId="ADAL" clId="{FF7233A0-30FD-4BCC-B1FC-CFA99B51B327}" dt="2026-03-17T13:29:57.713" v="2371" actId="164"/>
          <ac:picMkLst>
            <pc:docMk/>
            <pc:sldMk cId="3930601199" sldId="509"/>
            <ac:picMk id="8" creationId="{59244BA0-D90A-1DC6-8BA5-7708222E501C}"/>
          </ac:picMkLst>
        </pc:picChg>
      </pc:sldChg>
      <pc:sldChg chg="addSp delSp modSp mod">
        <pc:chgData name="Octávio Augusto Perrud" userId="5f17675c-cdc7-4872-928f-81e3c7e536ae" providerId="ADAL" clId="{FF7233A0-30FD-4BCC-B1FC-CFA99B51B327}" dt="2026-03-17T13:31:46.598" v="2396" actId="20577"/>
        <pc:sldMkLst>
          <pc:docMk/>
          <pc:sldMk cId="1039386673" sldId="510"/>
        </pc:sldMkLst>
        <pc:spChg chg="mod">
          <ac:chgData name="Octávio Augusto Perrud" userId="5f17675c-cdc7-4872-928f-81e3c7e536ae" providerId="ADAL" clId="{FF7233A0-30FD-4BCC-B1FC-CFA99B51B327}" dt="2026-03-17T13:31:46.598" v="2396" actId="20577"/>
          <ac:spMkLst>
            <pc:docMk/>
            <pc:sldMk cId="1039386673" sldId="510"/>
            <ac:spMk id="4" creationId="{0071BA12-139C-F4F8-3041-0AD15E71DE3E}"/>
          </ac:spMkLst>
        </pc:spChg>
        <pc:grpChg chg="add mod">
          <ac:chgData name="Octávio Augusto Perrud" userId="5f17675c-cdc7-4872-928f-81e3c7e536ae" providerId="ADAL" clId="{FF7233A0-30FD-4BCC-B1FC-CFA99B51B327}" dt="2026-03-17T13:31:26.070" v="2394" actId="164"/>
          <ac:grpSpMkLst>
            <pc:docMk/>
            <pc:sldMk cId="1039386673" sldId="510"/>
            <ac:grpSpMk id="9" creationId="{8A22C35E-007A-B1EA-8E9A-9E89C5517567}"/>
          </ac:grpSpMkLst>
        </pc:grpChg>
        <pc:grpChg chg="add del mod">
          <ac:chgData name="Octávio Augusto Perrud" userId="5f17675c-cdc7-4872-928f-81e3c7e536ae" providerId="ADAL" clId="{FF7233A0-30FD-4BCC-B1FC-CFA99B51B327}" dt="2026-03-17T13:30:38.154" v="2375" actId="478"/>
          <ac:grpSpMkLst>
            <pc:docMk/>
            <pc:sldMk cId="1039386673" sldId="510"/>
            <ac:grpSpMk id="11" creationId="{65BBAC5E-8C91-ACDF-D5F5-0FD055D4718E}"/>
          </ac:grpSpMkLst>
        </pc:grpChg>
        <pc:picChg chg="add mod ord">
          <ac:chgData name="Octávio Augusto Perrud" userId="5f17675c-cdc7-4872-928f-81e3c7e536ae" providerId="ADAL" clId="{FF7233A0-30FD-4BCC-B1FC-CFA99B51B327}" dt="2026-03-17T13:31:26.070" v="2394" actId="164"/>
          <ac:picMkLst>
            <pc:docMk/>
            <pc:sldMk cId="1039386673" sldId="510"/>
            <ac:picMk id="6" creationId="{BF8906ED-712D-01C0-74F4-930653786EFD}"/>
          </ac:picMkLst>
        </pc:picChg>
        <pc:picChg chg="add mod">
          <ac:chgData name="Octávio Augusto Perrud" userId="5f17675c-cdc7-4872-928f-81e3c7e536ae" providerId="ADAL" clId="{FF7233A0-30FD-4BCC-B1FC-CFA99B51B327}" dt="2026-03-17T13:31:26.070" v="2394" actId="164"/>
          <ac:picMkLst>
            <pc:docMk/>
            <pc:sldMk cId="1039386673" sldId="510"/>
            <ac:picMk id="8" creationId="{57931A2F-41D7-D2EC-0445-7C561B281F05}"/>
          </ac:picMkLst>
        </pc:picChg>
      </pc:sldChg>
      <pc:sldChg chg="addSp delSp modSp mod">
        <pc:chgData name="Octávio Augusto Perrud" userId="5f17675c-cdc7-4872-928f-81e3c7e536ae" providerId="ADAL" clId="{FF7233A0-30FD-4BCC-B1FC-CFA99B51B327}" dt="2026-03-17T13:32:45.443" v="2422" actId="20577"/>
        <pc:sldMkLst>
          <pc:docMk/>
          <pc:sldMk cId="556344452" sldId="511"/>
        </pc:sldMkLst>
        <pc:spChg chg="mod">
          <ac:chgData name="Octávio Augusto Perrud" userId="5f17675c-cdc7-4872-928f-81e3c7e536ae" providerId="ADAL" clId="{FF7233A0-30FD-4BCC-B1FC-CFA99B51B327}" dt="2026-03-17T13:32:45.443" v="2422" actId="20577"/>
          <ac:spMkLst>
            <pc:docMk/>
            <pc:sldMk cId="556344452" sldId="511"/>
            <ac:spMk id="4" creationId="{D4B59430-7A11-4BDD-3C73-22F472B3D4B7}"/>
          </ac:spMkLst>
        </pc:spChg>
        <pc:grpChg chg="add mod">
          <ac:chgData name="Octávio Augusto Perrud" userId="5f17675c-cdc7-4872-928f-81e3c7e536ae" providerId="ADAL" clId="{FF7233A0-30FD-4BCC-B1FC-CFA99B51B327}" dt="2026-03-17T13:32:38.266" v="2420" actId="164"/>
          <ac:grpSpMkLst>
            <pc:docMk/>
            <pc:sldMk cId="556344452" sldId="511"/>
            <ac:grpSpMk id="9" creationId="{D94FCB7A-F2CB-E623-3FF5-56E4BE2FB0E6}"/>
          </ac:grpSpMkLst>
        </pc:grpChg>
        <pc:grpChg chg="add del mod">
          <ac:chgData name="Octávio Augusto Perrud" userId="5f17675c-cdc7-4872-928f-81e3c7e536ae" providerId="ADAL" clId="{FF7233A0-30FD-4BCC-B1FC-CFA99B51B327}" dt="2026-03-17T13:32:04.907" v="2399" actId="478"/>
          <ac:grpSpMkLst>
            <pc:docMk/>
            <pc:sldMk cId="556344452" sldId="511"/>
            <ac:grpSpMk id="11" creationId="{DDD0F431-4782-3B22-6771-B516232F39D6}"/>
          </ac:grpSpMkLst>
        </pc:grpChg>
        <pc:picChg chg="add mod ord">
          <ac:chgData name="Octávio Augusto Perrud" userId="5f17675c-cdc7-4872-928f-81e3c7e536ae" providerId="ADAL" clId="{FF7233A0-30FD-4BCC-B1FC-CFA99B51B327}" dt="2026-03-17T13:32:38.266" v="2420" actId="164"/>
          <ac:picMkLst>
            <pc:docMk/>
            <pc:sldMk cId="556344452" sldId="511"/>
            <ac:picMk id="5" creationId="{C3FFBE55-1245-AB20-7AF7-7EC0884AB55A}"/>
          </ac:picMkLst>
        </pc:picChg>
        <pc:picChg chg="add mod">
          <ac:chgData name="Octávio Augusto Perrud" userId="5f17675c-cdc7-4872-928f-81e3c7e536ae" providerId="ADAL" clId="{FF7233A0-30FD-4BCC-B1FC-CFA99B51B327}" dt="2026-03-17T13:32:38.266" v="2420" actId="164"/>
          <ac:picMkLst>
            <pc:docMk/>
            <pc:sldMk cId="556344452" sldId="511"/>
            <ac:picMk id="8" creationId="{C8E2FEDA-890F-FC44-E5BF-60A9D5D6FB89}"/>
          </ac:picMkLst>
        </pc:picChg>
      </pc:sldChg>
      <pc:sldChg chg="add del">
        <pc:chgData name="Octávio Augusto Perrud" userId="5f17675c-cdc7-4872-928f-81e3c7e536ae" providerId="ADAL" clId="{FF7233A0-30FD-4BCC-B1FC-CFA99B51B327}" dt="2026-03-17T13:33:31.774" v="2424"/>
        <pc:sldMkLst>
          <pc:docMk/>
          <pc:sldMk cId="1178676968" sldId="514"/>
        </pc:sldMkLst>
      </pc:sldChg>
      <pc:sldChg chg="add del">
        <pc:chgData name="Octávio Augusto Perrud" userId="5f17675c-cdc7-4872-928f-81e3c7e536ae" providerId="ADAL" clId="{FF7233A0-30FD-4BCC-B1FC-CFA99B51B327}" dt="2026-03-17T13:33:31.774" v="2424"/>
        <pc:sldMkLst>
          <pc:docMk/>
          <pc:sldMk cId="604108870" sldId="516"/>
        </pc:sldMkLst>
      </pc:sldChg>
      <pc:sldChg chg="add del">
        <pc:chgData name="Octávio Augusto Perrud" userId="5f17675c-cdc7-4872-928f-81e3c7e536ae" providerId="ADAL" clId="{FF7233A0-30FD-4BCC-B1FC-CFA99B51B327}" dt="2026-03-17T13:33:31.774" v="2424"/>
        <pc:sldMkLst>
          <pc:docMk/>
          <pc:sldMk cId="3532180166" sldId="518"/>
        </pc:sldMkLst>
      </pc:sldChg>
      <pc:sldChg chg="add del">
        <pc:chgData name="Octávio Augusto Perrud" userId="5f17675c-cdc7-4872-928f-81e3c7e536ae" providerId="ADAL" clId="{FF7233A0-30FD-4BCC-B1FC-CFA99B51B327}" dt="2026-03-17T13:33:31.774" v="2424"/>
        <pc:sldMkLst>
          <pc:docMk/>
          <pc:sldMk cId="3674169841" sldId="520"/>
        </pc:sldMkLst>
      </pc:sldChg>
      <pc:sldChg chg="add del">
        <pc:chgData name="Octávio Augusto Perrud" userId="5f17675c-cdc7-4872-928f-81e3c7e536ae" providerId="ADAL" clId="{FF7233A0-30FD-4BCC-B1FC-CFA99B51B327}" dt="2026-03-17T13:33:31.774" v="2424"/>
        <pc:sldMkLst>
          <pc:docMk/>
          <pc:sldMk cId="1757680619" sldId="522"/>
        </pc:sldMkLst>
      </pc:sldChg>
      <pc:sldChg chg="addSp delSp modSp add del mod delAnim">
        <pc:chgData name="Octávio Augusto Perrud" userId="5f17675c-cdc7-4872-928f-81e3c7e536ae" providerId="ADAL" clId="{FF7233A0-30FD-4BCC-B1FC-CFA99B51B327}" dt="2026-03-17T13:33:31.774" v="2424"/>
        <pc:sldMkLst>
          <pc:docMk/>
          <pc:sldMk cId="2950593028" sldId="524"/>
        </pc:sldMkLst>
        <pc:spChg chg="mod">
          <ac:chgData name="Octávio Augusto Perrud" userId="5f17675c-cdc7-4872-928f-81e3c7e536ae" providerId="ADAL" clId="{FF7233A0-30FD-4BCC-B1FC-CFA99B51B327}" dt="2026-02-20T16:28:09.101" v="2072" actId="20577"/>
          <ac:spMkLst>
            <pc:docMk/>
            <pc:sldMk cId="2950593028" sldId="524"/>
            <ac:spMk id="2" creationId="{5FAB14B8-479E-3119-2361-26C67079F046}"/>
          </ac:spMkLst>
        </pc:spChg>
      </pc:sldChg>
      <pc:sldChg chg="addSp delSp modSp add del mod delAnim">
        <pc:chgData name="Octávio Augusto Perrud" userId="5f17675c-cdc7-4872-928f-81e3c7e536ae" providerId="ADAL" clId="{FF7233A0-30FD-4BCC-B1FC-CFA99B51B327}" dt="2026-03-17T13:33:31.774" v="2424"/>
        <pc:sldMkLst>
          <pc:docMk/>
          <pc:sldMk cId="1059208502" sldId="525"/>
        </pc:sldMkLst>
        <pc:spChg chg="mod">
          <ac:chgData name="Octávio Augusto Perrud" userId="5f17675c-cdc7-4872-928f-81e3c7e536ae" providerId="ADAL" clId="{FF7233A0-30FD-4BCC-B1FC-CFA99B51B327}" dt="2026-02-20T16:28:12.193" v="2074" actId="20577"/>
          <ac:spMkLst>
            <pc:docMk/>
            <pc:sldMk cId="1059208502" sldId="525"/>
            <ac:spMk id="2" creationId="{C0A6895E-EB10-7F26-0225-262E471A4358}"/>
          </ac:spMkLst>
        </pc:spChg>
      </pc:sldChg>
      <pc:sldChg chg="addSp delSp modSp add del mod delAnim">
        <pc:chgData name="Octávio Augusto Perrud" userId="5f17675c-cdc7-4872-928f-81e3c7e536ae" providerId="ADAL" clId="{FF7233A0-30FD-4BCC-B1FC-CFA99B51B327}" dt="2026-03-17T13:33:31.774" v="2424"/>
        <pc:sldMkLst>
          <pc:docMk/>
          <pc:sldMk cId="2574885631" sldId="526"/>
        </pc:sldMkLst>
        <pc:spChg chg="mod">
          <ac:chgData name="Octávio Augusto Perrud" userId="5f17675c-cdc7-4872-928f-81e3c7e536ae" providerId="ADAL" clId="{FF7233A0-30FD-4BCC-B1FC-CFA99B51B327}" dt="2026-02-20T16:28:02.300" v="2068" actId="20577"/>
          <ac:spMkLst>
            <pc:docMk/>
            <pc:sldMk cId="2574885631" sldId="526"/>
            <ac:spMk id="2" creationId="{6DAFC75D-DEE0-B311-6E54-4F755AB06422}"/>
          </ac:spMkLst>
        </pc:spChg>
      </pc:sldChg>
      <pc:sldChg chg="addSp delSp modSp add del mod delAnim">
        <pc:chgData name="Octávio Augusto Perrud" userId="5f17675c-cdc7-4872-928f-81e3c7e536ae" providerId="ADAL" clId="{FF7233A0-30FD-4BCC-B1FC-CFA99B51B327}" dt="2026-03-17T13:33:31.774" v="2424"/>
        <pc:sldMkLst>
          <pc:docMk/>
          <pc:sldMk cId="1183805050" sldId="527"/>
        </pc:sldMkLst>
        <pc:spChg chg="mod">
          <ac:chgData name="Octávio Augusto Perrud" userId="5f17675c-cdc7-4872-928f-81e3c7e536ae" providerId="ADAL" clId="{FF7233A0-30FD-4BCC-B1FC-CFA99B51B327}" dt="2026-02-20T16:28:34.210" v="2087" actId="20577"/>
          <ac:spMkLst>
            <pc:docMk/>
            <pc:sldMk cId="1183805050" sldId="527"/>
            <ac:spMk id="2" creationId="{16937F16-24B6-EC1D-9AAC-7BB442123626}"/>
          </ac:spMkLst>
        </pc:spChg>
      </pc:sldChg>
      <pc:sldChg chg="addSp delSp modSp del mod modShow">
        <pc:chgData name="Octávio Augusto Perrud" userId="5f17675c-cdc7-4872-928f-81e3c7e536ae" providerId="ADAL" clId="{FF7233A0-30FD-4BCC-B1FC-CFA99B51B327}" dt="2026-03-17T14:37:57.334" v="2521" actId="47"/>
        <pc:sldMkLst>
          <pc:docMk/>
          <pc:sldMk cId="2488921874" sldId="528"/>
        </pc:sldMkLst>
      </pc:sldChg>
      <pc:sldChg chg="addSp delSp modSp del mod">
        <pc:chgData name="Octávio Augusto Perrud" userId="5f17675c-cdc7-4872-928f-81e3c7e536ae" providerId="ADAL" clId="{FF7233A0-30FD-4BCC-B1FC-CFA99B51B327}" dt="2026-03-17T14:37:58.829" v="2522" actId="47"/>
        <pc:sldMkLst>
          <pc:docMk/>
          <pc:sldMk cId="4103345866" sldId="529"/>
        </pc:sldMkLst>
      </pc:sldChg>
      <pc:sldChg chg="addSp delSp modSp mod">
        <pc:chgData name="Octávio Augusto Perrud" userId="5f17675c-cdc7-4872-928f-81e3c7e536ae" providerId="ADAL" clId="{FF7233A0-30FD-4BCC-B1FC-CFA99B51B327}" dt="2026-03-17T13:27:01.437" v="2288" actId="20577"/>
        <pc:sldMkLst>
          <pc:docMk/>
          <pc:sldMk cId="4027793274" sldId="530"/>
        </pc:sldMkLst>
        <pc:spChg chg="mod">
          <ac:chgData name="Octávio Augusto Perrud" userId="5f17675c-cdc7-4872-928f-81e3c7e536ae" providerId="ADAL" clId="{FF7233A0-30FD-4BCC-B1FC-CFA99B51B327}" dt="2026-03-17T13:27:01.437" v="2288" actId="20577"/>
          <ac:spMkLst>
            <pc:docMk/>
            <pc:sldMk cId="4027793274" sldId="530"/>
            <ac:spMk id="3" creationId="{FF29C206-E2DA-6DC3-0ABA-BFBAAB351AD0}"/>
          </ac:spMkLst>
        </pc:spChg>
        <pc:grpChg chg="add mod">
          <ac:chgData name="Octávio Augusto Perrud" userId="5f17675c-cdc7-4872-928f-81e3c7e536ae" providerId="ADAL" clId="{FF7233A0-30FD-4BCC-B1FC-CFA99B51B327}" dt="2026-03-17T13:25:54.761" v="2286" actId="164"/>
          <ac:grpSpMkLst>
            <pc:docMk/>
            <pc:sldMk cId="4027793274" sldId="530"/>
            <ac:grpSpMk id="9" creationId="{08BECE2E-B3C9-C31A-E34B-D23E68C9BF43}"/>
          </ac:grpSpMkLst>
        </pc:grpChg>
        <pc:grpChg chg="add del mod">
          <ac:chgData name="Octávio Augusto Perrud" userId="5f17675c-cdc7-4872-928f-81e3c7e536ae" providerId="ADAL" clId="{FF7233A0-30FD-4BCC-B1FC-CFA99B51B327}" dt="2026-03-17T13:25:13.216" v="2227" actId="478"/>
          <ac:grpSpMkLst>
            <pc:docMk/>
            <pc:sldMk cId="4027793274" sldId="530"/>
            <ac:grpSpMk id="11" creationId="{300DEFE0-35E0-42BF-9A92-C5F5DA20C050}"/>
          </ac:grpSpMkLst>
        </pc:grpChg>
        <pc:picChg chg="add mod ord">
          <ac:chgData name="Octávio Augusto Perrud" userId="5f17675c-cdc7-4872-928f-81e3c7e536ae" providerId="ADAL" clId="{FF7233A0-30FD-4BCC-B1FC-CFA99B51B327}" dt="2026-03-17T13:25:54.761" v="2286" actId="164"/>
          <ac:picMkLst>
            <pc:docMk/>
            <pc:sldMk cId="4027793274" sldId="530"/>
            <ac:picMk id="6" creationId="{E4E1A169-5A38-E4FE-B8E6-DA68D0FB854F}"/>
          </ac:picMkLst>
        </pc:picChg>
        <pc:picChg chg="add mod">
          <ac:chgData name="Octávio Augusto Perrud" userId="5f17675c-cdc7-4872-928f-81e3c7e536ae" providerId="ADAL" clId="{FF7233A0-30FD-4BCC-B1FC-CFA99B51B327}" dt="2026-03-17T13:25:54.761" v="2286" actId="164"/>
          <ac:picMkLst>
            <pc:docMk/>
            <pc:sldMk cId="4027793274" sldId="530"/>
            <ac:picMk id="8" creationId="{63C8D97B-7B63-C47D-0D70-9DE3600DC1DE}"/>
          </ac:picMkLst>
        </pc:picChg>
      </pc:sldChg>
      <pc:sldChg chg="add del">
        <pc:chgData name="Octávio Augusto Perrud" userId="5f17675c-cdc7-4872-928f-81e3c7e536ae" providerId="ADAL" clId="{FF7233A0-30FD-4BCC-B1FC-CFA99B51B327}" dt="2026-03-17T13:33:31.774" v="2424"/>
        <pc:sldMkLst>
          <pc:docMk/>
          <pc:sldMk cId="3593765384" sldId="531"/>
        </pc:sldMkLst>
      </pc:sldChg>
      <pc:sldChg chg="addSp delSp modSp add del mod delAnim">
        <pc:chgData name="Octávio Augusto Perrud" userId="5f17675c-cdc7-4872-928f-81e3c7e536ae" providerId="ADAL" clId="{FF7233A0-30FD-4BCC-B1FC-CFA99B51B327}" dt="2026-03-17T13:33:31.774" v="2424"/>
        <pc:sldMkLst>
          <pc:docMk/>
          <pc:sldMk cId="1086742329" sldId="533"/>
        </pc:sldMkLst>
        <pc:spChg chg="mod">
          <ac:chgData name="Octávio Augusto Perrud" userId="5f17675c-cdc7-4872-928f-81e3c7e536ae" providerId="ADAL" clId="{FF7233A0-30FD-4BCC-B1FC-CFA99B51B327}" dt="2026-02-20T16:28:06.146" v="2070" actId="20577"/>
          <ac:spMkLst>
            <pc:docMk/>
            <pc:sldMk cId="1086742329" sldId="533"/>
            <ac:spMk id="2" creationId="{DC7E490B-04C1-05E5-2DC4-811CCA0227BD}"/>
          </ac:spMkLst>
        </pc:spChg>
      </pc:sldChg>
      <pc:sldChg chg="addSp delSp modSp del mod">
        <pc:chgData name="Octávio Augusto Perrud" userId="5f17675c-cdc7-4872-928f-81e3c7e536ae" providerId="ADAL" clId="{FF7233A0-30FD-4BCC-B1FC-CFA99B51B327}" dt="2026-03-17T14:38:02.604" v="2523" actId="47"/>
        <pc:sldMkLst>
          <pc:docMk/>
          <pc:sldMk cId="2529797556" sldId="542"/>
        </pc:sldMkLst>
      </pc:sldChg>
      <pc:sldMasterChg chg="del delSldLayout">
        <pc:chgData name="Octávio Augusto Perrud" userId="5f17675c-cdc7-4872-928f-81e3c7e536ae" providerId="ADAL" clId="{FF7233A0-30FD-4BCC-B1FC-CFA99B51B327}" dt="2026-03-17T13:33:07.671" v="2423" actId="47"/>
        <pc:sldMasterMkLst>
          <pc:docMk/>
          <pc:sldMasterMk cId="2758370269" sldId="2147483688"/>
        </pc:sldMasterMkLst>
        <pc:sldLayoutChg chg="del">
          <pc:chgData name="Octávio Augusto Perrud" userId="5f17675c-cdc7-4872-928f-81e3c7e536ae" providerId="ADAL" clId="{FF7233A0-30FD-4BCC-B1FC-CFA99B51B327}" dt="2026-03-17T13:33:07.671" v="2423" actId="47"/>
          <pc:sldLayoutMkLst>
            <pc:docMk/>
            <pc:sldMasterMk cId="2758370269" sldId="2147483688"/>
            <pc:sldLayoutMk cId="2001030326" sldId="2147483689"/>
          </pc:sldLayoutMkLst>
        </pc:sldLayoutChg>
        <pc:sldLayoutChg chg="del">
          <pc:chgData name="Octávio Augusto Perrud" userId="5f17675c-cdc7-4872-928f-81e3c7e536ae" providerId="ADAL" clId="{FF7233A0-30FD-4BCC-B1FC-CFA99B51B327}" dt="2026-03-17T13:33:07.671" v="2423" actId="47"/>
          <pc:sldLayoutMkLst>
            <pc:docMk/>
            <pc:sldMasterMk cId="2758370269" sldId="2147483688"/>
            <pc:sldLayoutMk cId="3758587122" sldId="2147483690"/>
          </pc:sldLayoutMkLst>
        </pc:sldLayoutChg>
        <pc:sldLayoutChg chg="del">
          <pc:chgData name="Octávio Augusto Perrud" userId="5f17675c-cdc7-4872-928f-81e3c7e536ae" providerId="ADAL" clId="{FF7233A0-30FD-4BCC-B1FC-CFA99B51B327}" dt="2026-03-17T13:33:07.671" v="2423" actId="47"/>
          <pc:sldLayoutMkLst>
            <pc:docMk/>
            <pc:sldMasterMk cId="2758370269" sldId="2147483688"/>
            <pc:sldLayoutMk cId="2755763085" sldId="2147483691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7137" cy="512304"/>
          </a:xfrm>
          <a:prstGeom prst="rect">
            <a:avLst/>
          </a:prstGeom>
        </p:spPr>
        <p:txBody>
          <a:bodyPr vert="horz" lIns="94768" tIns="47384" rIns="94768" bIns="4738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0507" y="1"/>
            <a:ext cx="3077137" cy="512304"/>
          </a:xfrm>
          <a:prstGeom prst="rect">
            <a:avLst/>
          </a:prstGeom>
        </p:spPr>
        <p:txBody>
          <a:bodyPr vert="horz" lIns="94768" tIns="47384" rIns="94768" bIns="47384" rtlCol="0"/>
          <a:lstStyle>
            <a:lvl1pPr algn="r">
              <a:defRPr sz="1200"/>
            </a:lvl1pPr>
          </a:lstStyle>
          <a:p>
            <a:fld id="{21AC035F-CEB3-D241-9F1C-37E8A51E59C2}" type="datetimeFigureOut">
              <a:rPr lang="en-US" smtClean="0"/>
              <a:pPr/>
              <a:t>3/17/2026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720674"/>
            <a:ext cx="3077137" cy="512303"/>
          </a:xfrm>
          <a:prstGeom prst="rect">
            <a:avLst/>
          </a:prstGeom>
        </p:spPr>
        <p:txBody>
          <a:bodyPr vert="horz" lIns="94768" tIns="47384" rIns="94768" bIns="4738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0507" y="9720674"/>
            <a:ext cx="3077137" cy="512303"/>
          </a:xfrm>
          <a:prstGeom prst="rect">
            <a:avLst/>
          </a:prstGeom>
        </p:spPr>
        <p:txBody>
          <a:bodyPr vert="horz" lIns="94768" tIns="47384" rIns="94768" bIns="47384" rtlCol="0" anchor="b"/>
          <a:lstStyle>
            <a:lvl1pPr algn="r">
              <a:defRPr sz="1200"/>
            </a:lvl1pPr>
          </a:lstStyle>
          <a:p>
            <a:fld id="{DFDBEB03-91ED-2B46-8C63-64FC879CB322}" type="slidenum">
              <a:rPr lang="en-GB" smtClean="0"/>
              <a:pPr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866721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opptekst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6363" cy="513508"/>
          </a:xfrm>
          <a:prstGeom prst="rect">
            <a:avLst/>
          </a:prstGeom>
        </p:spPr>
        <p:txBody>
          <a:bodyPr vert="horz" lIns="94768" tIns="47384" rIns="94768" bIns="47384" rtlCol="0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3" name="Plassholder for dato 2"/>
          <p:cNvSpPr>
            <a:spLocks noGrp="1"/>
          </p:cNvSpPr>
          <p:nvPr>
            <p:ph type="dt" idx="1"/>
          </p:nvPr>
        </p:nvSpPr>
        <p:spPr>
          <a:xfrm>
            <a:off x="4021295" y="0"/>
            <a:ext cx="3076363" cy="513508"/>
          </a:xfrm>
          <a:prstGeom prst="rect">
            <a:avLst/>
          </a:prstGeom>
        </p:spPr>
        <p:txBody>
          <a:bodyPr vert="horz" lIns="94768" tIns="47384" rIns="94768" bIns="47384" rtlCol="0"/>
          <a:lstStyle>
            <a:lvl1pPr algn="r">
              <a:defRPr sz="1200"/>
            </a:lvl1pPr>
          </a:lstStyle>
          <a:p>
            <a:fld id="{5D9008A9-B750-4D7C-96B8-E01EADFEC92E}" type="datetimeFigureOut">
              <a:rPr lang="nb-NO" smtClean="0"/>
              <a:pPr/>
              <a:t>17.03.2026</a:t>
            </a:fld>
            <a:endParaRPr lang="nb-NO"/>
          </a:p>
        </p:txBody>
      </p:sp>
      <p:sp>
        <p:nvSpPr>
          <p:cNvPr id="4" name="Plassholder for lysbilde 3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37275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68" tIns="47384" rIns="94768" bIns="47384" rtlCol="0" anchor="ctr"/>
          <a:lstStyle/>
          <a:p>
            <a:endParaRPr lang="nb-NO"/>
          </a:p>
        </p:txBody>
      </p:sp>
      <p:sp>
        <p:nvSpPr>
          <p:cNvPr id="5" name="Plassholder for notater 4"/>
          <p:cNvSpPr>
            <a:spLocks noGrp="1"/>
          </p:cNvSpPr>
          <p:nvPr>
            <p:ph type="body" sz="quarter" idx="3"/>
          </p:nvPr>
        </p:nvSpPr>
        <p:spPr>
          <a:xfrm>
            <a:off x="709931" y="4925408"/>
            <a:ext cx="5679440" cy="4029878"/>
          </a:xfrm>
          <a:prstGeom prst="rect">
            <a:avLst/>
          </a:prstGeom>
        </p:spPr>
        <p:txBody>
          <a:bodyPr vert="horz" lIns="94768" tIns="47384" rIns="94768" bIns="47384" rtlCol="0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6" name="Plassholder for bunntekst 5"/>
          <p:cNvSpPr>
            <a:spLocks noGrp="1"/>
          </p:cNvSpPr>
          <p:nvPr>
            <p:ph type="ftr" sz="quarter" idx="4"/>
          </p:nvPr>
        </p:nvSpPr>
        <p:spPr>
          <a:xfrm>
            <a:off x="1" y="9721108"/>
            <a:ext cx="3076363" cy="513507"/>
          </a:xfrm>
          <a:prstGeom prst="rect">
            <a:avLst/>
          </a:prstGeom>
        </p:spPr>
        <p:txBody>
          <a:bodyPr vert="horz" lIns="94768" tIns="47384" rIns="94768" bIns="47384" rtlCol="0" anchor="b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7" name="Plassholder for lysbildenummer 6"/>
          <p:cNvSpPr>
            <a:spLocks noGrp="1"/>
          </p:cNvSpPr>
          <p:nvPr>
            <p:ph type="sldNum" sz="quarter" idx="5"/>
          </p:nvPr>
        </p:nvSpPr>
        <p:spPr>
          <a:xfrm>
            <a:off x="4021295" y="9721108"/>
            <a:ext cx="3076363" cy="513507"/>
          </a:xfrm>
          <a:prstGeom prst="rect">
            <a:avLst/>
          </a:prstGeom>
        </p:spPr>
        <p:txBody>
          <a:bodyPr vert="horz" lIns="94768" tIns="47384" rIns="94768" bIns="47384" rtlCol="0" anchor="b"/>
          <a:lstStyle>
            <a:lvl1pPr algn="r">
              <a:defRPr sz="1200"/>
            </a:lvl1pPr>
          </a:lstStyle>
          <a:p>
            <a:fld id="{E386FCCC-7D24-4382-906D-6C6519E00D06}" type="slidenum">
              <a:rPr lang="nb-NO" smtClean="0"/>
              <a:pPr/>
              <a:t>‹nº›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10570454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1218164" rtl="0" eaLnBrk="1" latinLnBrk="0" hangingPunct="1">
      <a:defRPr sz="1599" kern="1200">
        <a:solidFill>
          <a:schemeClr val="tx1"/>
        </a:solidFill>
        <a:latin typeface="+mn-lt"/>
        <a:ea typeface="+mn-ea"/>
        <a:cs typeface="+mn-cs"/>
      </a:defRPr>
    </a:lvl1pPr>
    <a:lvl2pPr marL="609082" algn="l" defTabSz="1218164" rtl="0" eaLnBrk="1" latinLnBrk="0" hangingPunct="1">
      <a:defRPr sz="1599" kern="1200">
        <a:solidFill>
          <a:schemeClr val="tx1"/>
        </a:solidFill>
        <a:latin typeface="+mn-lt"/>
        <a:ea typeface="+mn-ea"/>
        <a:cs typeface="+mn-cs"/>
      </a:defRPr>
    </a:lvl2pPr>
    <a:lvl3pPr marL="1218164" algn="l" defTabSz="1218164" rtl="0" eaLnBrk="1" latinLnBrk="0" hangingPunct="1">
      <a:defRPr sz="1599" kern="1200">
        <a:solidFill>
          <a:schemeClr val="tx1"/>
        </a:solidFill>
        <a:latin typeface="+mn-lt"/>
        <a:ea typeface="+mn-ea"/>
        <a:cs typeface="+mn-cs"/>
      </a:defRPr>
    </a:lvl3pPr>
    <a:lvl4pPr marL="1827246" algn="l" defTabSz="1218164" rtl="0" eaLnBrk="1" latinLnBrk="0" hangingPunct="1">
      <a:defRPr sz="1599" kern="1200">
        <a:solidFill>
          <a:schemeClr val="tx1"/>
        </a:solidFill>
        <a:latin typeface="+mn-lt"/>
        <a:ea typeface="+mn-ea"/>
        <a:cs typeface="+mn-cs"/>
      </a:defRPr>
    </a:lvl4pPr>
    <a:lvl5pPr marL="2436327" algn="l" defTabSz="1218164" rtl="0" eaLnBrk="1" latinLnBrk="0" hangingPunct="1">
      <a:defRPr sz="1599" kern="1200">
        <a:solidFill>
          <a:schemeClr val="tx1"/>
        </a:solidFill>
        <a:latin typeface="+mn-lt"/>
        <a:ea typeface="+mn-ea"/>
        <a:cs typeface="+mn-cs"/>
      </a:defRPr>
    </a:lvl5pPr>
    <a:lvl6pPr marL="3045409" algn="l" defTabSz="1218164" rtl="0" eaLnBrk="1" latinLnBrk="0" hangingPunct="1">
      <a:defRPr sz="1599" kern="1200">
        <a:solidFill>
          <a:schemeClr val="tx1"/>
        </a:solidFill>
        <a:latin typeface="+mn-lt"/>
        <a:ea typeface="+mn-ea"/>
        <a:cs typeface="+mn-cs"/>
      </a:defRPr>
    </a:lvl6pPr>
    <a:lvl7pPr marL="3654491" algn="l" defTabSz="1218164" rtl="0" eaLnBrk="1" latinLnBrk="0" hangingPunct="1">
      <a:defRPr sz="1599" kern="1200">
        <a:solidFill>
          <a:schemeClr val="tx1"/>
        </a:solidFill>
        <a:latin typeface="+mn-lt"/>
        <a:ea typeface="+mn-ea"/>
        <a:cs typeface="+mn-cs"/>
      </a:defRPr>
    </a:lvl7pPr>
    <a:lvl8pPr marL="4263573" algn="l" defTabSz="1218164" rtl="0" eaLnBrk="1" latinLnBrk="0" hangingPunct="1">
      <a:defRPr sz="1599" kern="1200">
        <a:solidFill>
          <a:schemeClr val="tx1"/>
        </a:solidFill>
        <a:latin typeface="+mn-lt"/>
        <a:ea typeface="+mn-ea"/>
        <a:cs typeface="+mn-cs"/>
      </a:defRPr>
    </a:lvl8pPr>
    <a:lvl9pPr marL="4872655" algn="l" defTabSz="1218164" rtl="0" eaLnBrk="1" latinLnBrk="0" hangingPunct="1">
      <a:defRPr sz="1599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lysbilde /m bilde"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ktangel 3"/>
          <p:cNvSpPr/>
          <p:nvPr userDrawn="1"/>
        </p:nvSpPr>
        <p:spPr>
          <a:xfrm>
            <a:off x="0" y="10842"/>
            <a:ext cx="16256000" cy="9144000"/>
          </a:xfrm>
          <a:prstGeom prst="rect">
            <a:avLst/>
          </a:prstGeom>
          <a:solidFill>
            <a:schemeClr val="accent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" name="Tittel 1"/>
          <p:cNvSpPr>
            <a:spLocks noGrp="1"/>
          </p:cNvSpPr>
          <p:nvPr>
            <p:ph type="ctrTitle"/>
          </p:nvPr>
        </p:nvSpPr>
        <p:spPr>
          <a:xfrm>
            <a:off x="2032000" y="2980267"/>
            <a:ext cx="12192000" cy="3183467"/>
          </a:xfrm>
        </p:spPr>
        <p:txBody>
          <a:bodyPr anchor="ctr" anchorCtr="1">
            <a:noAutofit/>
          </a:bodyPr>
          <a:lstStyle>
            <a:lvl1pPr algn="ctr">
              <a:defRPr sz="9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pic>
        <p:nvPicPr>
          <p:cNvPr id="7" name="Bilde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0784" y="8097412"/>
            <a:ext cx="434432" cy="507600"/>
          </a:xfrm>
          <a:prstGeom prst="rect">
            <a:avLst/>
          </a:prstGeom>
        </p:spPr>
      </p:pic>
      <p:sp>
        <p:nvSpPr>
          <p:cNvPr id="5" name="TekstSylinder 4"/>
          <p:cNvSpPr txBox="1"/>
          <p:nvPr userDrawn="1"/>
        </p:nvSpPr>
        <p:spPr>
          <a:xfrm>
            <a:off x="-1963271" y="-1"/>
            <a:ext cx="1963271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400" b="1"/>
              <a:t>Hvordan sette inn bakgrunnsbilde:</a:t>
            </a:r>
          </a:p>
          <a:p>
            <a:pPr marL="123825" indent="-123825">
              <a:buFont typeface="+mj-lt"/>
              <a:buAutoNum type="arabicPeriod"/>
            </a:pPr>
            <a:r>
              <a:rPr lang="nb-NO" sz="1400"/>
              <a:t>Høyreklikk på siden og velg «Formater bakgrunn»</a:t>
            </a:r>
          </a:p>
          <a:p>
            <a:pPr marL="123825" indent="-123825">
              <a:buFont typeface="+mj-lt"/>
              <a:buAutoNum type="arabicPeriod"/>
            </a:pPr>
            <a:r>
              <a:rPr lang="nb-NO" sz="1400"/>
              <a:t>Velg «Fyll» &gt;</a:t>
            </a:r>
            <a:r>
              <a:rPr lang="nb-NO" sz="1400" baseline="0"/>
              <a:t> «Bilde eller tekstur»</a:t>
            </a:r>
          </a:p>
          <a:p>
            <a:pPr marL="123825" indent="-123825">
              <a:buFont typeface="+mj-lt"/>
              <a:buAutoNum type="arabicPeriod"/>
            </a:pPr>
            <a:r>
              <a:rPr lang="nb-NO" sz="1400" baseline="0"/>
              <a:t>Trykk «Sett inn fra Fil»</a:t>
            </a:r>
          </a:p>
          <a:p>
            <a:pPr marL="123825" indent="-123825">
              <a:buFont typeface="+mj-lt"/>
              <a:buAutoNum type="arabicPeriod"/>
            </a:pPr>
            <a:r>
              <a:rPr lang="nb-NO" sz="1400" baseline="0"/>
              <a:t>Bla deg fram til ønsket bilde</a:t>
            </a:r>
            <a:endParaRPr lang="nb-NO" sz="1400"/>
          </a:p>
        </p:txBody>
      </p:sp>
    </p:spTree>
    <p:extLst>
      <p:ext uri="{BB962C8B-B14F-4D97-AF65-F5344CB8AC3E}">
        <p14:creationId xmlns:p14="http://schemas.microsoft.com/office/powerpoint/2010/main" val="39577566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tel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nb-NO" dirty="0"/>
          </a:p>
        </p:txBody>
      </p:sp>
      <p:sp>
        <p:nvSpPr>
          <p:cNvPr id="3" name="Plassholder for innhold 2"/>
          <p:cNvSpPr>
            <a:spLocks noGrp="1"/>
          </p:cNvSpPr>
          <p:nvPr>
            <p:ph idx="1"/>
          </p:nvPr>
        </p:nvSpPr>
        <p:spPr>
          <a:xfrm>
            <a:off x="466929" y="2023353"/>
            <a:ext cx="14669310" cy="6206247"/>
          </a:xfrm>
        </p:spPr>
        <p:txBody>
          <a:bodyPr/>
          <a:lstStyle>
            <a:lvl1pPr algn="just">
              <a:defRPr>
                <a:latin typeface="+mj-lt"/>
              </a:defRPr>
            </a:lvl1pPr>
            <a:lvl2pPr algn="just">
              <a:defRPr>
                <a:latin typeface="+mj-lt"/>
              </a:defRPr>
            </a:lvl2pPr>
            <a:lvl3pPr algn="just">
              <a:defRPr>
                <a:latin typeface="+mj-lt"/>
              </a:defRPr>
            </a:lvl3pPr>
            <a:lvl4pPr algn="just">
              <a:defRPr>
                <a:latin typeface="+mj-lt"/>
              </a:defRPr>
            </a:lvl4pPr>
            <a:lvl5pPr algn="just">
              <a:defRPr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nb-NO" dirty="0"/>
          </a:p>
        </p:txBody>
      </p:sp>
      <p:sp>
        <p:nvSpPr>
          <p:cNvPr id="4" name="Plassholder for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5" name="Plassholder for bunn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1DFAA-887F-4071-8EAD-E8CA316FCF06}" type="slidenum">
              <a:rPr lang="nb-NO" smtClean="0"/>
              <a:pPr/>
              <a:t>‹nº›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2125582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tellysbilde /m bilde">
    <p:bg>
      <p:bgPr>
        <a:solidFill>
          <a:srgbClr val="0EB56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kstSylinder 4"/>
          <p:cNvSpPr txBox="1"/>
          <p:nvPr userDrawn="1"/>
        </p:nvSpPr>
        <p:spPr>
          <a:xfrm>
            <a:off x="-1963271" y="-1"/>
            <a:ext cx="1963271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400" b="1"/>
              <a:t>Hvordan sette inn bakgrunnsbilde:</a:t>
            </a:r>
          </a:p>
          <a:p>
            <a:pPr marL="123825" indent="-123825">
              <a:buFont typeface="+mj-lt"/>
              <a:buAutoNum type="arabicPeriod"/>
            </a:pPr>
            <a:r>
              <a:rPr lang="nb-NO" sz="1400"/>
              <a:t>Høyreklikk på siden og velg «Formater bakgrunn»</a:t>
            </a:r>
          </a:p>
          <a:p>
            <a:pPr marL="123825" indent="-123825">
              <a:buFont typeface="+mj-lt"/>
              <a:buAutoNum type="arabicPeriod"/>
            </a:pPr>
            <a:r>
              <a:rPr lang="nb-NO" sz="1400"/>
              <a:t>Velg «Fyll» &gt;</a:t>
            </a:r>
            <a:r>
              <a:rPr lang="nb-NO" sz="1400" baseline="0"/>
              <a:t> «Bilde eller tekstur»</a:t>
            </a:r>
          </a:p>
          <a:p>
            <a:pPr marL="123825" indent="-123825">
              <a:buFont typeface="+mj-lt"/>
              <a:buAutoNum type="arabicPeriod"/>
            </a:pPr>
            <a:r>
              <a:rPr lang="nb-NO" sz="1400" baseline="0"/>
              <a:t>Trykk «Sett inn fra Fil»</a:t>
            </a:r>
          </a:p>
          <a:p>
            <a:pPr marL="123825" indent="-123825">
              <a:buFont typeface="+mj-lt"/>
              <a:buAutoNum type="arabicPeriod"/>
            </a:pPr>
            <a:r>
              <a:rPr lang="nb-NO" sz="1400" baseline="0"/>
              <a:t>Bla deg fram til ønsket bilde</a:t>
            </a:r>
            <a:endParaRPr lang="nb-NO" sz="1400"/>
          </a:p>
        </p:txBody>
      </p:sp>
      <p:pic>
        <p:nvPicPr>
          <p:cNvPr id="1026" name="Picture 2" descr="C:\Users\ronaldo.costa\Pictures\UMOE\Umoe-Bioenergy-white full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6714" y="72000"/>
            <a:ext cx="8456741" cy="90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71778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 type="obj">
  <p:cSld name="Título e Conteúdo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8"/>
          <p:cNvSpPr txBox="1">
            <a:spLocks noGrp="1"/>
          </p:cNvSpPr>
          <p:nvPr>
            <p:ph type="title"/>
          </p:nvPr>
        </p:nvSpPr>
        <p:spPr>
          <a:xfrm>
            <a:off x="1117600" y="486834"/>
            <a:ext cx="14020800" cy="1767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8"/>
          <p:cNvSpPr txBox="1">
            <a:spLocks noGrp="1"/>
          </p:cNvSpPr>
          <p:nvPr>
            <p:ph type="body" idx="1"/>
          </p:nvPr>
        </p:nvSpPr>
        <p:spPr>
          <a:xfrm>
            <a:off x="1117600" y="2434167"/>
            <a:ext cx="14020800" cy="5801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09585" lvl="0" indent="-457189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1219170" lvl="1" indent="-457189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828754" lvl="2" indent="-457189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2438339" lvl="3" indent="-457189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3047924" lvl="4" indent="-457189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3657509" lvl="5" indent="-457189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18"/>
          <p:cNvSpPr txBox="1">
            <a:spLocks noGrp="1"/>
          </p:cNvSpPr>
          <p:nvPr>
            <p:ph type="dt" idx="10"/>
          </p:nvPr>
        </p:nvSpPr>
        <p:spPr>
          <a:xfrm>
            <a:off x="1117600" y="8475134"/>
            <a:ext cx="36576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8"/>
          <p:cNvSpPr txBox="1">
            <a:spLocks noGrp="1"/>
          </p:cNvSpPr>
          <p:nvPr>
            <p:ph type="ftr" idx="11"/>
          </p:nvPr>
        </p:nvSpPr>
        <p:spPr>
          <a:xfrm>
            <a:off x="5384800" y="8475134"/>
            <a:ext cx="54864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8"/>
          <p:cNvSpPr txBox="1">
            <a:spLocks noGrp="1"/>
          </p:cNvSpPr>
          <p:nvPr>
            <p:ph type="sldNum" idx="12"/>
          </p:nvPr>
        </p:nvSpPr>
        <p:spPr>
          <a:xfrm>
            <a:off x="11480800" y="8475134"/>
            <a:ext cx="36576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096368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a Seção" type="secHead">
  <p:cSld name="Cabeçalho da Seção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9"/>
          <p:cNvSpPr txBox="1">
            <a:spLocks noGrp="1"/>
          </p:cNvSpPr>
          <p:nvPr>
            <p:ph type="title"/>
          </p:nvPr>
        </p:nvSpPr>
        <p:spPr>
          <a:xfrm>
            <a:off x="1109133" y="2279652"/>
            <a:ext cx="14020800" cy="38036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9"/>
          <p:cNvSpPr txBox="1">
            <a:spLocks noGrp="1"/>
          </p:cNvSpPr>
          <p:nvPr>
            <p:ph type="body" idx="1"/>
          </p:nvPr>
        </p:nvSpPr>
        <p:spPr>
          <a:xfrm>
            <a:off x="1109133" y="6119285"/>
            <a:ext cx="14020800" cy="2000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09585" lvl="0" indent="-304792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3200">
                <a:solidFill>
                  <a:srgbClr val="888888"/>
                </a:solidFill>
              </a:defRPr>
            </a:lvl1pPr>
            <a:lvl2pPr marL="1219170" lvl="1" indent="-304792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667">
                <a:solidFill>
                  <a:srgbClr val="888888"/>
                </a:solidFill>
              </a:defRPr>
            </a:lvl2pPr>
            <a:lvl3pPr marL="1828754" lvl="2" indent="-304792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2400">
                <a:solidFill>
                  <a:srgbClr val="888888"/>
                </a:solidFill>
              </a:defRPr>
            </a:lvl3pPr>
            <a:lvl4pPr marL="2438339" lvl="3" indent="-304792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2133">
                <a:solidFill>
                  <a:srgbClr val="888888"/>
                </a:solidFill>
              </a:defRPr>
            </a:lvl4pPr>
            <a:lvl5pPr marL="3047924" lvl="4" indent="-304792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2133">
                <a:solidFill>
                  <a:srgbClr val="888888"/>
                </a:solidFill>
              </a:defRPr>
            </a:lvl5pPr>
            <a:lvl6pPr marL="3657509" lvl="5" indent="-304792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2133">
                <a:solidFill>
                  <a:srgbClr val="888888"/>
                </a:solidFill>
              </a:defRPr>
            </a:lvl6pPr>
            <a:lvl7pPr marL="4267093" lvl="6" indent="-304792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2133">
                <a:solidFill>
                  <a:srgbClr val="888888"/>
                </a:solidFill>
              </a:defRPr>
            </a:lvl7pPr>
            <a:lvl8pPr marL="4876678" lvl="7" indent="-304792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2133">
                <a:solidFill>
                  <a:srgbClr val="888888"/>
                </a:solidFill>
              </a:defRPr>
            </a:lvl8pPr>
            <a:lvl9pPr marL="5486263" lvl="8" indent="-304792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2133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19"/>
          <p:cNvSpPr txBox="1">
            <a:spLocks noGrp="1"/>
          </p:cNvSpPr>
          <p:nvPr>
            <p:ph type="dt" idx="10"/>
          </p:nvPr>
        </p:nvSpPr>
        <p:spPr>
          <a:xfrm>
            <a:off x="1117600" y="8475134"/>
            <a:ext cx="36576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9"/>
          <p:cNvSpPr txBox="1">
            <a:spLocks noGrp="1"/>
          </p:cNvSpPr>
          <p:nvPr>
            <p:ph type="ftr" idx="11"/>
          </p:nvPr>
        </p:nvSpPr>
        <p:spPr>
          <a:xfrm>
            <a:off x="5384800" y="8475134"/>
            <a:ext cx="54864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9"/>
          <p:cNvSpPr txBox="1">
            <a:spLocks noGrp="1"/>
          </p:cNvSpPr>
          <p:nvPr>
            <p:ph type="sldNum" idx="12"/>
          </p:nvPr>
        </p:nvSpPr>
        <p:spPr>
          <a:xfrm>
            <a:off x="11480800" y="8475134"/>
            <a:ext cx="36576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870114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uas Partes de Conteúdo" type="twoObj">
  <p:cSld name="Duas Partes de Conteúdo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0"/>
          <p:cNvSpPr txBox="1">
            <a:spLocks noGrp="1"/>
          </p:cNvSpPr>
          <p:nvPr>
            <p:ph type="title"/>
          </p:nvPr>
        </p:nvSpPr>
        <p:spPr>
          <a:xfrm>
            <a:off x="1117600" y="486834"/>
            <a:ext cx="14020800" cy="1767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0"/>
          <p:cNvSpPr txBox="1">
            <a:spLocks noGrp="1"/>
          </p:cNvSpPr>
          <p:nvPr>
            <p:ph type="body" idx="1"/>
          </p:nvPr>
        </p:nvSpPr>
        <p:spPr>
          <a:xfrm>
            <a:off x="1117600" y="2434167"/>
            <a:ext cx="6908800" cy="5801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09585" lvl="0" indent="-457189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1219170" lvl="1" indent="-457189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828754" lvl="2" indent="-457189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2438339" lvl="3" indent="-457189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3047924" lvl="4" indent="-457189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3657509" lvl="5" indent="-457189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0"/>
          <p:cNvSpPr txBox="1">
            <a:spLocks noGrp="1"/>
          </p:cNvSpPr>
          <p:nvPr>
            <p:ph type="body" idx="2"/>
          </p:nvPr>
        </p:nvSpPr>
        <p:spPr>
          <a:xfrm>
            <a:off x="8229600" y="2434167"/>
            <a:ext cx="6908800" cy="5801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09585" lvl="0" indent="-457189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1219170" lvl="1" indent="-457189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828754" lvl="2" indent="-457189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2438339" lvl="3" indent="-457189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3047924" lvl="4" indent="-457189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3657509" lvl="5" indent="-457189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0"/>
          <p:cNvSpPr txBox="1">
            <a:spLocks noGrp="1"/>
          </p:cNvSpPr>
          <p:nvPr>
            <p:ph type="dt" idx="10"/>
          </p:nvPr>
        </p:nvSpPr>
        <p:spPr>
          <a:xfrm>
            <a:off x="1117600" y="8475134"/>
            <a:ext cx="36576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0"/>
          <p:cNvSpPr txBox="1">
            <a:spLocks noGrp="1"/>
          </p:cNvSpPr>
          <p:nvPr>
            <p:ph type="ftr" idx="11"/>
          </p:nvPr>
        </p:nvSpPr>
        <p:spPr>
          <a:xfrm>
            <a:off x="5384800" y="8475134"/>
            <a:ext cx="54864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0"/>
          <p:cNvSpPr txBox="1">
            <a:spLocks noGrp="1"/>
          </p:cNvSpPr>
          <p:nvPr>
            <p:ph type="sldNum" idx="12"/>
          </p:nvPr>
        </p:nvSpPr>
        <p:spPr>
          <a:xfrm>
            <a:off x="11480800" y="8475134"/>
            <a:ext cx="36576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836624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ção" type="twoTxTwoObj">
  <p:cSld name="Comparação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1"/>
          <p:cNvSpPr txBox="1">
            <a:spLocks noGrp="1"/>
          </p:cNvSpPr>
          <p:nvPr>
            <p:ph type="title"/>
          </p:nvPr>
        </p:nvSpPr>
        <p:spPr>
          <a:xfrm>
            <a:off x="1119717" y="486834"/>
            <a:ext cx="14020800" cy="1767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1"/>
          <p:cNvSpPr txBox="1">
            <a:spLocks noGrp="1"/>
          </p:cNvSpPr>
          <p:nvPr>
            <p:ph type="body" idx="1"/>
          </p:nvPr>
        </p:nvSpPr>
        <p:spPr>
          <a:xfrm>
            <a:off x="1119718" y="2241551"/>
            <a:ext cx="6877049" cy="1098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609585" lvl="0" indent="-304792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200" b="1"/>
            </a:lvl1pPr>
            <a:lvl2pPr marL="1219170" lvl="1" indent="-304792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 b="1"/>
            </a:lvl2pPr>
            <a:lvl3pPr marL="1828754" lvl="2" indent="-304792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/>
            </a:lvl3pPr>
            <a:lvl4pPr marL="2438339" lvl="3" indent="-304792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 b="1"/>
            </a:lvl4pPr>
            <a:lvl5pPr marL="3047924" lvl="4" indent="-304792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 b="1"/>
            </a:lvl5pPr>
            <a:lvl6pPr marL="3657509" lvl="5" indent="-304792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 b="1"/>
            </a:lvl6pPr>
            <a:lvl7pPr marL="4267093" lvl="6" indent="-304792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 b="1"/>
            </a:lvl7pPr>
            <a:lvl8pPr marL="4876678" lvl="7" indent="-304792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 b="1"/>
            </a:lvl8pPr>
            <a:lvl9pPr marL="5486263" lvl="8" indent="-304792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 b="1"/>
            </a:lvl9pPr>
          </a:lstStyle>
          <a:p>
            <a:endParaRPr/>
          </a:p>
        </p:txBody>
      </p:sp>
      <p:sp>
        <p:nvSpPr>
          <p:cNvPr id="39" name="Google Shape;39;p21"/>
          <p:cNvSpPr txBox="1">
            <a:spLocks noGrp="1"/>
          </p:cNvSpPr>
          <p:nvPr>
            <p:ph type="body" idx="2"/>
          </p:nvPr>
        </p:nvSpPr>
        <p:spPr>
          <a:xfrm>
            <a:off x="1119718" y="3340100"/>
            <a:ext cx="6877049" cy="4912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09585" lvl="0" indent="-457189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1219170" lvl="1" indent="-457189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828754" lvl="2" indent="-457189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2438339" lvl="3" indent="-457189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3047924" lvl="4" indent="-457189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3657509" lvl="5" indent="-457189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1"/>
          <p:cNvSpPr txBox="1">
            <a:spLocks noGrp="1"/>
          </p:cNvSpPr>
          <p:nvPr>
            <p:ph type="body" idx="3"/>
          </p:nvPr>
        </p:nvSpPr>
        <p:spPr>
          <a:xfrm>
            <a:off x="8229600" y="2241551"/>
            <a:ext cx="6910917" cy="1098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609585" lvl="0" indent="-304792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200" b="1"/>
            </a:lvl1pPr>
            <a:lvl2pPr marL="1219170" lvl="1" indent="-304792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 b="1"/>
            </a:lvl2pPr>
            <a:lvl3pPr marL="1828754" lvl="2" indent="-304792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/>
            </a:lvl3pPr>
            <a:lvl4pPr marL="2438339" lvl="3" indent="-304792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 b="1"/>
            </a:lvl4pPr>
            <a:lvl5pPr marL="3047924" lvl="4" indent="-304792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 b="1"/>
            </a:lvl5pPr>
            <a:lvl6pPr marL="3657509" lvl="5" indent="-304792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 b="1"/>
            </a:lvl6pPr>
            <a:lvl7pPr marL="4267093" lvl="6" indent="-304792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 b="1"/>
            </a:lvl7pPr>
            <a:lvl8pPr marL="4876678" lvl="7" indent="-304792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 b="1"/>
            </a:lvl8pPr>
            <a:lvl9pPr marL="5486263" lvl="8" indent="-304792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 b="1"/>
            </a:lvl9pPr>
          </a:lstStyle>
          <a:p>
            <a:endParaRPr/>
          </a:p>
        </p:txBody>
      </p:sp>
      <p:sp>
        <p:nvSpPr>
          <p:cNvPr id="41" name="Google Shape;41;p21"/>
          <p:cNvSpPr txBox="1">
            <a:spLocks noGrp="1"/>
          </p:cNvSpPr>
          <p:nvPr>
            <p:ph type="body" idx="4"/>
          </p:nvPr>
        </p:nvSpPr>
        <p:spPr>
          <a:xfrm>
            <a:off x="8229600" y="3340100"/>
            <a:ext cx="6910917" cy="4912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09585" lvl="0" indent="-457189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1219170" lvl="1" indent="-457189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828754" lvl="2" indent="-457189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2438339" lvl="3" indent="-457189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3047924" lvl="4" indent="-457189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3657509" lvl="5" indent="-457189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1"/>
          <p:cNvSpPr txBox="1">
            <a:spLocks noGrp="1"/>
          </p:cNvSpPr>
          <p:nvPr>
            <p:ph type="dt" idx="10"/>
          </p:nvPr>
        </p:nvSpPr>
        <p:spPr>
          <a:xfrm>
            <a:off x="1117600" y="8475134"/>
            <a:ext cx="36576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1"/>
          <p:cNvSpPr txBox="1">
            <a:spLocks noGrp="1"/>
          </p:cNvSpPr>
          <p:nvPr>
            <p:ph type="ftr" idx="11"/>
          </p:nvPr>
        </p:nvSpPr>
        <p:spPr>
          <a:xfrm>
            <a:off x="5384800" y="8475134"/>
            <a:ext cx="54864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1"/>
          <p:cNvSpPr txBox="1">
            <a:spLocks noGrp="1"/>
          </p:cNvSpPr>
          <p:nvPr>
            <p:ph type="sldNum" idx="12"/>
          </p:nvPr>
        </p:nvSpPr>
        <p:spPr>
          <a:xfrm>
            <a:off x="11480800" y="8475134"/>
            <a:ext cx="36576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26180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mente Título" type="titleOnly">
  <p:cSld name="Somente Título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2"/>
          <p:cNvSpPr txBox="1">
            <a:spLocks noGrp="1"/>
          </p:cNvSpPr>
          <p:nvPr>
            <p:ph type="title"/>
          </p:nvPr>
        </p:nvSpPr>
        <p:spPr>
          <a:xfrm>
            <a:off x="1117600" y="486834"/>
            <a:ext cx="14020800" cy="1767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2"/>
          <p:cNvSpPr txBox="1">
            <a:spLocks noGrp="1"/>
          </p:cNvSpPr>
          <p:nvPr>
            <p:ph type="dt" idx="10"/>
          </p:nvPr>
        </p:nvSpPr>
        <p:spPr>
          <a:xfrm>
            <a:off x="1117600" y="8475134"/>
            <a:ext cx="36576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2"/>
          <p:cNvSpPr txBox="1">
            <a:spLocks noGrp="1"/>
          </p:cNvSpPr>
          <p:nvPr>
            <p:ph type="ftr" idx="11"/>
          </p:nvPr>
        </p:nvSpPr>
        <p:spPr>
          <a:xfrm>
            <a:off x="5384800" y="8475134"/>
            <a:ext cx="54864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2"/>
          <p:cNvSpPr txBox="1">
            <a:spLocks noGrp="1"/>
          </p:cNvSpPr>
          <p:nvPr>
            <p:ph type="sldNum" idx="12"/>
          </p:nvPr>
        </p:nvSpPr>
        <p:spPr>
          <a:xfrm>
            <a:off x="11480800" y="8475134"/>
            <a:ext cx="36576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406049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 Branco" type="blank">
  <p:cSld name="Em Branco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3"/>
          <p:cNvSpPr txBox="1">
            <a:spLocks noGrp="1"/>
          </p:cNvSpPr>
          <p:nvPr>
            <p:ph type="dt" idx="10"/>
          </p:nvPr>
        </p:nvSpPr>
        <p:spPr>
          <a:xfrm>
            <a:off x="1117600" y="8475134"/>
            <a:ext cx="36576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3"/>
          <p:cNvSpPr txBox="1">
            <a:spLocks noGrp="1"/>
          </p:cNvSpPr>
          <p:nvPr>
            <p:ph type="ftr" idx="11"/>
          </p:nvPr>
        </p:nvSpPr>
        <p:spPr>
          <a:xfrm>
            <a:off x="5384800" y="8475134"/>
            <a:ext cx="54864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3"/>
          <p:cNvSpPr txBox="1">
            <a:spLocks noGrp="1"/>
          </p:cNvSpPr>
          <p:nvPr>
            <p:ph type="sldNum" idx="12"/>
          </p:nvPr>
        </p:nvSpPr>
        <p:spPr>
          <a:xfrm>
            <a:off x="11480800" y="8475134"/>
            <a:ext cx="36576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53537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m com Legenda" type="picTx">
  <p:cSld name="Imagem com Legenda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5"/>
          <p:cNvSpPr txBox="1">
            <a:spLocks noGrp="1"/>
          </p:cNvSpPr>
          <p:nvPr>
            <p:ph type="title"/>
          </p:nvPr>
        </p:nvSpPr>
        <p:spPr>
          <a:xfrm>
            <a:off x="1119718" y="609600"/>
            <a:ext cx="5242983" cy="21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4267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5"/>
          <p:cNvSpPr>
            <a:spLocks noGrp="1"/>
          </p:cNvSpPr>
          <p:nvPr>
            <p:ph type="pic" idx="2"/>
          </p:nvPr>
        </p:nvSpPr>
        <p:spPr>
          <a:xfrm>
            <a:off x="6910917" y="1316567"/>
            <a:ext cx="8229600" cy="6498167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5"/>
          <p:cNvSpPr txBox="1">
            <a:spLocks noGrp="1"/>
          </p:cNvSpPr>
          <p:nvPr>
            <p:ph type="body" idx="1"/>
          </p:nvPr>
        </p:nvSpPr>
        <p:spPr>
          <a:xfrm>
            <a:off x="1119718" y="2743200"/>
            <a:ext cx="5242983" cy="5082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09585" lvl="0" indent="-304792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/>
            </a:lvl1pPr>
            <a:lvl2pPr marL="1219170" lvl="1" indent="-304792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67"/>
            </a:lvl2pPr>
            <a:lvl3pPr marL="1828754" lvl="2" indent="-304792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3pPr>
            <a:lvl4pPr marL="2438339" lvl="3" indent="-304792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33"/>
            </a:lvl4pPr>
            <a:lvl5pPr marL="3047924" lvl="4" indent="-304792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33"/>
            </a:lvl5pPr>
            <a:lvl6pPr marL="3657509" lvl="5" indent="-304792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33"/>
            </a:lvl6pPr>
            <a:lvl7pPr marL="4267093" lvl="6" indent="-304792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33"/>
            </a:lvl7pPr>
            <a:lvl8pPr marL="4876678" lvl="7" indent="-304792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33"/>
            </a:lvl8pPr>
            <a:lvl9pPr marL="5486263" lvl="8" indent="-304792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33"/>
            </a:lvl9pPr>
          </a:lstStyle>
          <a:p>
            <a:endParaRPr/>
          </a:p>
        </p:txBody>
      </p:sp>
      <p:sp>
        <p:nvSpPr>
          <p:cNvPr id="65" name="Google Shape;65;p25"/>
          <p:cNvSpPr txBox="1">
            <a:spLocks noGrp="1"/>
          </p:cNvSpPr>
          <p:nvPr>
            <p:ph type="dt" idx="10"/>
          </p:nvPr>
        </p:nvSpPr>
        <p:spPr>
          <a:xfrm>
            <a:off x="1117600" y="8475134"/>
            <a:ext cx="36576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5"/>
          <p:cNvSpPr txBox="1">
            <a:spLocks noGrp="1"/>
          </p:cNvSpPr>
          <p:nvPr>
            <p:ph type="ftr" idx="11"/>
          </p:nvPr>
        </p:nvSpPr>
        <p:spPr>
          <a:xfrm>
            <a:off x="5384800" y="8475134"/>
            <a:ext cx="54864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5"/>
          <p:cNvSpPr txBox="1">
            <a:spLocks noGrp="1"/>
          </p:cNvSpPr>
          <p:nvPr>
            <p:ph type="sldNum" idx="12"/>
          </p:nvPr>
        </p:nvSpPr>
        <p:spPr>
          <a:xfrm>
            <a:off x="11480800" y="8475134"/>
            <a:ext cx="36576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847157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Texto Vertical" type="vertTx">
  <p:cSld name="Título e Texto Vertical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6"/>
          <p:cNvSpPr txBox="1">
            <a:spLocks noGrp="1"/>
          </p:cNvSpPr>
          <p:nvPr>
            <p:ph type="title"/>
          </p:nvPr>
        </p:nvSpPr>
        <p:spPr>
          <a:xfrm>
            <a:off x="1117600" y="486834"/>
            <a:ext cx="14020800" cy="1767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6"/>
          <p:cNvSpPr txBox="1">
            <a:spLocks noGrp="1"/>
          </p:cNvSpPr>
          <p:nvPr>
            <p:ph type="body" idx="1"/>
          </p:nvPr>
        </p:nvSpPr>
        <p:spPr>
          <a:xfrm rot="5400000">
            <a:off x="5227108" y="-1675341"/>
            <a:ext cx="5801784" cy="140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09585" lvl="0" indent="-457189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1219170" lvl="1" indent="-457189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828754" lvl="2" indent="-457189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2438339" lvl="3" indent="-457189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3047924" lvl="4" indent="-457189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3657509" lvl="5" indent="-457189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6"/>
          <p:cNvSpPr txBox="1">
            <a:spLocks noGrp="1"/>
          </p:cNvSpPr>
          <p:nvPr>
            <p:ph type="dt" idx="10"/>
          </p:nvPr>
        </p:nvSpPr>
        <p:spPr>
          <a:xfrm>
            <a:off x="1117600" y="8475134"/>
            <a:ext cx="36576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6"/>
          <p:cNvSpPr txBox="1">
            <a:spLocks noGrp="1"/>
          </p:cNvSpPr>
          <p:nvPr>
            <p:ph type="ftr" idx="11"/>
          </p:nvPr>
        </p:nvSpPr>
        <p:spPr>
          <a:xfrm>
            <a:off x="5384800" y="8475134"/>
            <a:ext cx="54864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6"/>
          <p:cNvSpPr txBox="1">
            <a:spLocks noGrp="1"/>
          </p:cNvSpPr>
          <p:nvPr>
            <p:ph type="sldNum" idx="12"/>
          </p:nvPr>
        </p:nvSpPr>
        <p:spPr>
          <a:xfrm>
            <a:off x="11480800" y="8475134"/>
            <a:ext cx="36576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08458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o e Título Vertical" type="vertTitleAndTx">
  <p:cSld name="Texto e Título Vertical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7"/>
          <p:cNvSpPr txBox="1">
            <a:spLocks noGrp="1"/>
          </p:cNvSpPr>
          <p:nvPr>
            <p:ph type="title"/>
          </p:nvPr>
        </p:nvSpPr>
        <p:spPr>
          <a:xfrm rot="5400000">
            <a:off x="9511242" y="2608792"/>
            <a:ext cx="7749117" cy="35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7"/>
          <p:cNvSpPr txBox="1">
            <a:spLocks noGrp="1"/>
          </p:cNvSpPr>
          <p:nvPr>
            <p:ph type="body" idx="1"/>
          </p:nvPr>
        </p:nvSpPr>
        <p:spPr>
          <a:xfrm rot="5400000">
            <a:off x="2399242" y="-794808"/>
            <a:ext cx="7749117" cy="103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09585" lvl="0" indent="-457189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1219170" lvl="1" indent="-457189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828754" lvl="2" indent="-457189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2438339" lvl="3" indent="-457189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3047924" lvl="4" indent="-457189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3657509" lvl="5" indent="-457189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7"/>
          <p:cNvSpPr txBox="1">
            <a:spLocks noGrp="1"/>
          </p:cNvSpPr>
          <p:nvPr>
            <p:ph type="dt" idx="10"/>
          </p:nvPr>
        </p:nvSpPr>
        <p:spPr>
          <a:xfrm>
            <a:off x="1117600" y="8475134"/>
            <a:ext cx="36576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7"/>
          <p:cNvSpPr txBox="1">
            <a:spLocks noGrp="1"/>
          </p:cNvSpPr>
          <p:nvPr>
            <p:ph type="ftr" idx="11"/>
          </p:nvPr>
        </p:nvSpPr>
        <p:spPr>
          <a:xfrm>
            <a:off x="5384800" y="8475134"/>
            <a:ext cx="54864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7"/>
          <p:cNvSpPr txBox="1">
            <a:spLocks noGrp="1"/>
          </p:cNvSpPr>
          <p:nvPr>
            <p:ph type="sldNum" idx="12"/>
          </p:nvPr>
        </p:nvSpPr>
        <p:spPr>
          <a:xfrm>
            <a:off x="11480800" y="8475134"/>
            <a:ext cx="36576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574856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802621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B60B25-6F48-40FA-9E8C-EA7E6495D3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0" y="1496484"/>
            <a:ext cx="12192000" cy="3183467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C11ECDE-AB06-47AD-A144-DBAC8D6DEC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2000" y="4802717"/>
            <a:ext cx="12192000" cy="2207683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6B455E5-7D26-4993-8F42-005DBA27F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867C1-0D2B-49B8-AB72-3C34B25B85B0}" type="datetime1">
              <a:rPr lang="pt-BR" smtClean="0"/>
              <a:t>17/03/2026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533E36C-99FB-457F-835E-51C8C6A29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476684C-96FF-4FF7-AAE9-D016AC514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3FCBF-17BF-419A-9076-C6A632A76CA6}" type="slidenum">
              <a:rPr lang="pt-BR" smtClean="0"/>
              <a:t>‹nº›</a:t>
            </a:fld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7D903DA4-E088-464E-8D88-672EBE44148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851564" y="3731846"/>
            <a:ext cx="1663249" cy="168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44843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53194B-E600-416C-BCAB-EF350C563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BD4EC24-C9EC-4561-8EC9-47925696E0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835CFFB-48AB-4AC5-80AD-060A86F2A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ED4D0-E7D0-44AE-94CD-3F4D06729396}" type="datetime1">
              <a:rPr lang="pt-BR" smtClean="0"/>
              <a:t>17/03/2026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ED9127A-A2A4-4973-9FC2-C35319B28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3482EE2-6810-42D1-849A-06F51DCD8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0800" y="8475134"/>
            <a:ext cx="3217333" cy="486833"/>
          </a:xfrm>
        </p:spPr>
        <p:txBody>
          <a:bodyPr/>
          <a:lstStyle/>
          <a:p>
            <a:fld id="{3CB3FCBF-17BF-419A-9076-C6A632A76CA6}" type="slidenum">
              <a:rPr lang="pt-BR" smtClean="0"/>
              <a:t>‹nº›</a:t>
            </a:fld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7D903DA4-E088-464E-8D88-672EBE44148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4884615" y="8297334"/>
            <a:ext cx="712359" cy="719665"/>
          </a:xfrm>
          <a:prstGeom prst="rect">
            <a:avLst/>
          </a:prstGeom>
        </p:spPr>
      </p:pic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0E41A176-894E-4C74-A209-5892B3CB4509}"/>
              </a:ext>
            </a:extLst>
          </p:cNvPr>
          <p:cNvCxnSpPr/>
          <p:nvPr userDrawn="1"/>
        </p:nvCxnSpPr>
        <p:spPr>
          <a:xfrm>
            <a:off x="615093" y="8235951"/>
            <a:ext cx="14981881" cy="0"/>
          </a:xfrm>
          <a:prstGeom prst="line">
            <a:avLst/>
          </a:prstGeom>
          <a:ln w="254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6476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664590-8351-4E83-B468-5661802958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9133" y="2279652"/>
            <a:ext cx="14020800" cy="3803649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E3B7BE8-C498-4FEC-85DF-FE150A76C4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9133" y="6119285"/>
            <a:ext cx="14020800" cy="2000249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37C2C35-2D72-4779-ACA8-EF3F87B198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7DA9C-CDC1-4654-A42F-8DB53AA2BF8C}" type="datetime1">
              <a:rPr lang="pt-BR" smtClean="0"/>
              <a:t>17/03/2026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D9B3F45-EFC9-403F-B340-CBCF710BF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D2EF5AF-EC40-4E7D-8BA7-50D8F57C2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3FCBF-17BF-419A-9076-C6A632A76CA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886492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C19C5E-8DA7-47B6-8964-263DC15C0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2AE95B8-4DFD-412A-BE92-AA066D0AC2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7600" y="2434167"/>
            <a:ext cx="6908800" cy="5801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D5292EB-D102-46E7-B89B-029E352148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229600" y="2434167"/>
            <a:ext cx="6908800" cy="5801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C06D6EC-E6FB-4B68-A7E6-F495B8A6EC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E5402-7515-43F1-8298-4F73F09F0B55}" type="datetime1">
              <a:rPr lang="pt-BR" smtClean="0"/>
              <a:t>17/03/2026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B7FCFE3-D181-4166-B719-FF46B1306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0FA887C-CCEF-46DF-BA1C-B5779E760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3FCBF-17BF-419A-9076-C6A632A76CA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789599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C07AD9-C8DD-4448-B74D-A1A084D83A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7" y="486834"/>
            <a:ext cx="14020800" cy="1767417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19CBACF-D266-46E4-ABFE-2554E080B4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9718" y="2241551"/>
            <a:ext cx="6877049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F771149-DA13-4D98-933A-E288099773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9718" y="3340100"/>
            <a:ext cx="6877049" cy="4912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DF33F15-45B7-4A6E-9068-7DA7AE84AA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229600" y="2241551"/>
            <a:ext cx="6910917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EF643CE-C428-4A30-8236-7566B58BBF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229600" y="3340100"/>
            <a:ext cx="6910917" cy="4912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556CBA4A-5698-4885-BF3D-7E89A03CD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FCB8D-C6FB-4CAD-8BA5-5B6C28FB75AF}" type="datetime1">
              <a:rPr lang="pt-BR" smtClean="0"/>
              <a:t>17/03/2026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5CF26AD-01D4-4A8B-A3DE-B14D837DD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CB728B20-2998-4120-ACF9-54CD72843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3FCBF-17BF-419A-9076-C6A632A76CA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7720243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F48C1A-557B-4BBE-B4BF-A09B54BB1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C941DDC-FFA2-4AE3-84CB-01254D05E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5F933-D913-4DA1-9F14-43E21272FF88}" type="datetime1">
              <a:rPr lang="pt-BR" smtClean="0"/>
              <a:t>17/03/2026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AE0C1A3-5032-4296-8282-954AFD72A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AC24DAF-289C-4288-99DD-96434354B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3FCBF-17BF-419A-9076-C6A632A76CA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4243228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72B6336B-6B53-4A14-BBEF-B925D5E27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DCD44-60FF-444C-8303-5F6CCF398CFD}" type="datetime1">
              <a:rPr lang="pt-BR" smtClean="0"/>
              <a:t>17/03/2026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FBFFC41-2663-4C01-895C-2BA176995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E04B45D-8D04-44AB-84F4-3A9CBBE59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3FCBF-17BF-419A-9076-C6A632A76CA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9144292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97BC93-02D9-4AD2-97A4-FF0FB431C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8" y="609600"/>
            <a:ext cx="5242983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C2B3889-0517-4EDD-AFE6-C6983C8D83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917" y="1316567"/>
            <a:ext cx="8229600" cy="6498167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28799C0-6002-4825-8D11-898E040B99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9718" y="2743200"/>
            <a:ext cx="5242983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02E979B-C087-43D5-B936-0D3C276B28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CC948-8FDC-4612-B805-31F3E4A356B5}" type="datetime1">
              <a:rPr lang="pt-BR" smtClean="0"/>
              <a:t>17/03/2026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7ABA445-36B8-48E5-9527-3539D7D8F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9440E01-18C2-401A-809A-8664758FF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3FCBF-17BF-419A-9076-C6A632A76CA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5922270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AA2E1B-419C-4D33-95CC-0B25F2810B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8" y="609600"/>
            <a:ext cx="5242983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750D7F7E-79A5-451B-AA5E-BB3AC7B140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910917" y="1316567"/>
            <a:ext cx="8229600" cy="6498167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4473DDC-2ABB-492D-B3BC-92AF90DC00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9718" y="2743200"/>
            <a:ext cx="5242983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587FB92-2474-4FC0-A68B-F82B94265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BE800-4188-4710-97F3-F068F8D6C1EE}" type="datetime1">
              <a:rPr lang="pt-BR" smtClean="0"/>
              <a:t>17/03/2026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1508D9C-66CD-438F-86C5-D89048B6E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A2928C2-1F52-4FA6-BFFA-A8DE734C2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3FCBF-17BF-419A-9076-C6A632A76CA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0177657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DEE567-91A5-4364-9E6E-66381D429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22D6D39-F379-4B9C-B0A5-8047EA78D5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C39429F-A78F-444A-9591-300E0DAB5E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879B9-E2ED-4C8B-874A-9D864FD77F17}" type="datetime1">
              <a:rPr lang="pt-BR" smtClean="0"/>
              <a:t>17/03/2026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9912811-940E-451B-8197-731675FEE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C3C2672-08BF-4BA9-B502-F538D9E49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3FCBF-17BF-419A-9076-C6A632A76CA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5246816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23A0001-928B-4A96-9BA4-B9945C33F3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1633200" y="486834"/>
            <a:ext cx="3505200" cy="7749117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FFEF747-8B28-4F46-BC50-2248EABDB5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17600" y="486834"/>
            <a:ext cx="10312400" cy="7749117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CCF3A26-05E2-4CB5-BD1E-679C684D8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80073-807D-4CDD-92D6-E2E635CB1371}" type="datetime1">
              <a:rPr lang="pt-BR" smtClean="0"/>
              <a:t>17/03/2026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BBEE76A-3509-4FCC-9A68-4E28021CD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A4988A0-6291-4AFB-A640-A4186FF11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3FCBF-17BF-419A-9076-C6A632A76CA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4508892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lysbilde /m bilde"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ktangel 3"/>
          <p:cNvSpPr/>
          <p:nvPr userDrawn="1"/>
        </p:nvSpPr>
        <p:spPr>
          <a:xfrm>
            <a:off x="0" y="10842"/>
            <a:ext cx="16256000" cy="9144000"/>
          </a:xfrm>
          <a:prstGeom prst="rect">
            <a:avLst/>
          </a:prstGeom>
          <a:solidFill>
            <a:schemeClr val="accent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" name="Tittel 1"/>
          <p:cNvSpPr>
            <a:spLocks noGrp="1"/>
          </p:cNvSpPr>
          <p:nvPr>
            <p:ph type="ctrTitle"/>
          </p:nvPr>
        </p:nvSpPr>
        <p:spPr>
          <a:xfrm>
            <a:off x="2032000" y="2980267"/>
            <a:ext cx="12192000" cy="3183467"/>
          </a:xfrm>
        </p:spPr>
        <p:txBody>
          <a:bodyPr anchor="ctr" anchorCtr="1">
            <a:noAutofit/>
          </a:bodyPr>
          <a:lstStyle>
            <a:lvl1pPr algn="ctr">
              <a:defRPr sz="9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pic>
        <p:nvPicPr>
          <p:cNvPr id="7" name="Bilde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0784" y="8097412"/>
            <a:ext cx="434432" cy="507600"/>
          </a:xfrm>
          <a:prstGeom prst="rect">
            <a:avLst/>
          </a:prstGeom>
        </p:spPr>
      </p:pic>
      <p:sp>
        <p:nvSpPr>
          <p:cNvPr id="5" name="TekstSylinder 4"/>
          <p:cNvSpPr txBox="1"/>
          <p:nvPr userDrawn="1"/>
        </p:nvSpPr>
        <p:spPr>
          <a:xfrm>
            <a:off x="-1963271" y="-1"/>
            <a:ext cx="1963271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400" b="1"/>
              <a:t>Hvordan sette inn bakgrunnsbilde:</a:t>
            </a:r>
          </a:p>
          <a:p>
            <a:pPr marL="123825" indent="-123825">
              <a:buFont typeface="+mj-lt"/>
              <a:buAutoNum type="arabicPeriod"/>
            </a:pPr>
            <a:r>
              <a:rPr lang="nb-NO" sz="1400"/>
              <a:t>Høyreklikk på siden og velg «Formater bakgrunn»</a:t>
            </a:r>
          </a:p>
          <a:p>
            <a:pPr marL="123825" indent="-123825">
              <a:buFont typeface="+mj-lt"/>
              <a:buAutoNum type="arabicPeriod"/>
            </a:pPr>
            <a:r>
              <a:rPr lang="nb-NO" sz="1400"/>
              <a:t>Velg «Fyll» &gt;</a:t>
            </a:r>
            <a:r>
              <a:rPr lang="nb-NO" sz="1400" baseline="0"/>
              <a:t> «Bilde eller tekstur»</a:t>
            </a:r>
          </a:p>
          <a:p>
            <a:pPr marL="123825" indent="-123825">
              <a:buFont typeface="+mj-lt"/>
              <a:buAutoNum type="arabicPeriod"/>
            </a:pPr>
            <a:r>
              <a:rPr lang="nb-NO" sz="1400" baseline="0"/>
              <a:t>Trykk «Sett inn fra Fil»</a:t>
            </a:r>
          </a:p>
          <a:p>
            <a:pPr marL="123825" indent="-123825">
              <a:buFont typeface="+mj-lt"/>
              <a:buAutoNum type="arabicPeriod"/>
            </a:pPr>
            <a:r>
              <a:rPr lang="nb-NO" sz="1400" baseline="0"/>
              <a:t>Bla deg fram til ønsket bilde</a:t>
            </a:r>
            <a:endParaRPr lang="nb-NO" sz="1400"/>
          </a:p>
        </p:txBody>
      </p:sp>
    </p:spTree>
    <p:extLst>
      <p:ext uri="{BB962C8B-B14F-4D97-AF65-F5344CB8AC3E}">
        <p14:creationId xmlns:p14="http://schemas.microsoft.com/office/powerpoint/2010/main" val="25213539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tel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nb-NO" dirty="0"/>
          </a:p>
        </p:txBody>
      </p:sp>
      <p:sp>
        <p:nvSpPr>
          <p:cNvPr id="3" name="Plassholder for innhold 2"/>
          <p:cNvSpPr>
            <a:spLocks noGrp="1"/>
          </p:cNvSpPr>
          <p:nvPr>
            <p:ph idx="1"/>
          </p:nvPr>
        </p:nvSpPr>
        <p:spPr>
          <a:xfrm>
            <a:off x="466929" y="2023353"/>
            <a:ext cx="14669310" cy="6206247"/>
          </a:xfrm>
        </p:spPr>
        <p:txBody>
          <a:bodyPr/>
          <a:lstStyle>
            <a:lvl1pPr algn="just">
              <a:defRPr>
                <a:latin typeface="+mj-lt"/>
              </a:defRPr>
            </a:lvl1pPr>
            <a:lvl2pPr algn="just">
              <a:defRPr>
                <a:latin typeface="+mj-lt"/>
              </a:defRPr>
            </a:lvl2pPr>
            <a:lvl3pPr algn="just">
              <a:defRPr>
                <a:latin typeface="+mj-lt"/>
              </a:defRPr>
            </a:lvl3pPr>
            <a:lvl4pPr algn="just">
              <a:defRPr>
                <a:latin typeface="+mj-lt"/>
              </a:defRPr>
            </a:lvl4pPr>
            <a:lvl5pPr algn="just">
              <a:defRPr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nb-NO" dirty="0"/>
          </a:p>
        </p:txBody>
      </p:sp>
      <p:sp>
        <p:nvSpPr>
          <p:cNvPr id="4" name="Plassholder for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5" name="Plassholder for bunn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1DFAA-887F-4071-8EAD-E8CA316FCF06}" type="slidenum">
              <a:rPr lang="nb-NO" smtClean="0"/>
              <a:pPr/>
              <a:t>‹nº›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6738200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tellysbilde /m bilde">
    <p:bg>
      <p:bgPr>
        <a:solidFill>
          <a:srgbClr val="0EB56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kstSylinder 4"/>
          <p:cNvSpPr txBox="1"/>
          <p:nvPr userDrawn="1"/>
        </p:nvSpPr>
        <p:spPr>
          <a:xfrm>
            <a:off x="-1963271" y="-1"/>
            <a:ext cx="1963271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400" b="1"/>
              <a:t>Hvordan sette inn bakgrunnsbilde:</a:t>
            </a:r>
          </a:p>
          <a:p>
            <a:pPr marL="123825" indent="-123825">
              <a:buFont typeface="+mj-lt"/>
              <a:buAutoNum type="arabicPeriod"/>
            </a:pPr>
            <a:r>
              <a:rPr lang="nb-NO" sz="1400"/>
              <a:t>Høyreklikk på siden og velg «Formater bakgrunn»</a:t>
            </a:r>
          </a:p>
          <a:p>
            <a:pPr marL="123825" indent="-123825">
              <a:buFont typeface="+mj-lt"/>
              <a:buAutoNum type="arabicPeriod"/>
            </a:pPr>
            <a:r>
              <a:rPr lang="nb-NO" sz="1400"/>
              <a:t>Velg «Fyll» &gt;</a:t>
            </a:r>
            <a:r>
              <a:rPr lang="nb-NO" sz="1400" baseline="0"/>
              <a:t> «Bilde eller tekstur»</a:t>
            </a:r>
          </a:p>
          <a:p>
            <a:pPr marL="123825" indent="-123825">
              <a:buFont typeface="+mj-lt"/>
              <a:buAutoNum type="arabicPeriod"/>
            </a:pPr>
            <a:r>
              <a:rPr lang="nb-NO" sz="1400" baseline="0"/>
              <a:t>Trykk «Sett inn fra Fil»</a:t>
            </a:r>
          </a:p>
          <a:p>
            <a:pPr marL="123825" indent="-123825">
              <a:buFont typeface="+mj-lt"/>
              <a:buAutoNum type="arabicPeriod"/>
            </a:pPr>
            <a:r>
              <a:rPr lang="nb-NO" sz="1400" baseline="0"/>
              <a:t>Bla deg fram til ønsket bilde</a:t>
            </a:r>
            <a:endParaRPr lang="nb-NO" sz="1400"/>
          </a:p>
        </p:txBody>
      </p:sp>
      <p:pic>
        <p:nvPicPr>
          <p:cNvPr id="1026" name="Picture 2" descr="C:\Users\ronaldo.costa\Pictures\UMOE\Umoe-Bioenergy-white full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6714" y="72000"/>
            <a:ext cx="8456741" cy="90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833600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8.xml"/><Relationship Id="rId10" Type="http://schemas.openxmlformats.org/officeDocument/2006/relationships/slideLayout" Target="../slideLayouts/slideLayout13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2.png"/><Relationship Id="rId5" Type="http://schemas.openxmlformats.org/officeDocument/2006/relationships/image" Target="../media/image7.png"/><Relationship Id="rId4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ittel 1"/>
          <p:cNvSpPr>
            <a:spLocks noGrp="1"/>
          </p:cNvSpPr>
          <p:nvPr>
            <p:ph type="title"/>
          </p:nvPr>
        </p:nvSpPr>
        <p:spPr>
          <a:xfrm>
            <a:off x="1105338" y="252031"/>
            <a:ext cx="14041755" cy="1584198"/>
          </a:xfrm>
          <a:prstGeom prst="rect">
            <a:avLst/>
          </a:prstGeom>
        </p:spPr>
        <p:txBody>
          <a:bodyPr vert="horz" lIns="0" tIns="0" rIns="0" bIns="0" rtlCol="0" anchor="ctr" anchorCtr="1">
            <a:normAutofit/>
          </a:bodyPr>
          <a:lstStyle/>
          <a:p>
            <a:r>
              <a:rPr lang="nb-NO" dirty="0"/>
              <a:t>Klikk for å redigere tittelstil</a:t>
            </a:r>
          </a:p>
        </p:txBody>
      </p:sp>
      <p:sp>
        <p:nvSpPr>
          <p:cNvPr id="3" name="Plassholder for tekst 2"/>
          <p:cNvSpPr>
            <a:spLocks noGrp="1"/>
          </p:cNvSpPr>
          <p:nvPr>
            <p:ph type="body" idx="1"/>
          </p:nvPr>
        </p:nvSpPr>
        <p:spPr>
          <a:xfrm>
            <a:off x="1107122" y="2880360"/>
            <a:ext cx="14041755" cy="486060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nb-NO" dirty="0"/>
              <a:t>Klikk for å redigere tekststiler i malen</a:t>
            </a:r>
          </a:p>
          <a:p>
            <a:pPr lvl="1"/>
            <a:r>
              <a:rPr lang="nb-NO" dirty="0"/>
              <a:t>Andre nivå</a:t>
            </a:r>
          </a:p>
          <a:p>
            <a:pPr lvl="2"/>
            <a:r>
              <a:rPr lang="nb-NO" dirty="0"/>
              <a:t>Tredje nivå</a:t>
            </a:r>
          </a:p>
          <a:p>
            <a:pPr lvl="3"/>
            <a:r>
              <a:rPr lang="nb-NO" dirty="0"/>
              <a:t>Fjerde nivå</a:t>
            </a:r>
          </a:p>
          <a:p>
            <a:pPr lvl="4"/>
            <a:r>
              <a:rPr lang="nb-NO" dirty="0"/>
              <a:t>Femte nivå</a:t>
            </a:r>
          </a:p>
        </p:txBody>
      </p:sp>
      <p:sp>
        <p:nvSpPr>
          <p:cNvPr id="4" name="Plassholder for dato 3"/>
          <p:cNvSpPr>
            <a:spLocks noGrp="1"/>
          </p:cNvSpPr>
          <p:nvPr>
            <p:ph type="dt" sz="half" idx="2"/>
          </p:nvPr>
        </p:nvSpPr>
        <p:spPr>
          <a:xfrm>
            <a:off x="1105338" y="8363845"/>
            <a:ext cx="1128294" cy="246221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>
              <a:defRPr sz="1600">
                <a:solidFill>
                  <a:srgbClr val="03390F"/>
                </a:solidFill>
                <a:latin typeface="+mj-lt"/>
              </a:defRPr>
            </a:lvl1pPr>
          </a:lstStyle>
          <a:p>
            <a:endParaRPr lang="nb-NO"/>
          </a:p>
        </p:txBody>
      </p:sp>
      <p:sp>
        <p:nvSpPr>
          <p:cNvPr id="5" name="Plassholder for bunntekst 4"/>
          <p:cNvSpPr>
            <a:spLocks noGrp="1"/>
          </p:cNvSpPr>
          <p:nvPr>
            <p:ph type="ftr" sz="quarter" idx="3"/>
          </p:nvPr>
        </p:nvSpPr>
        <p:spPr>
          <a:xfrm>
            <a:off x="3177381" y="8363845"/>
            <a:ext cx="9901238" cy="246221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ctr">
              <a:defRPr sz="1600">
                <a:solidFill>
                  <a:srgbClr val="03390F"/>
                </a:solidFill>
                <a:latin typeface="+mj-lt"/>
              </a:defRPr>
            </a:lvl1pPr>
          </a:lstStyle>
          <a:p>
            <a:endParaRPr lang="nb-NO"/>
          </a:p>
        </p:txBody>
      </p:sp>
      <p:sp>
        <p:nvSpPr>
          <p:cNvPr id="6" name="Plassholder for lysbildenummer 5"/>
          <p:cNvSpPr>
            <a:spLocks noGrp="1"/>
          </p:cNvSpPr>
          <p:nvPr>
            <p:ph type="sldNum" sz="quarter" idx="4"/>
          </p:nvPr>
        </p:nvSpPr>
        <p:spPr>
          <a:xfrm>
            <a:off x="464458" y="8363845"/>
            <a:ext cx="411748" cy="246221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ctr">
              <a:defRPr sz="1600">
                <a:solidFill>
                  <a:srgbClr val="03390F"/>
                </a:solidFill>
                <a:latin typeface="+mj-lt"/>
              </a:defRPr>
            </a:lvl1pPr>
          </a:lstStyle>
          <a:p>
            <a:fld id="{5751DFAA-887F-4071-8EAD-E8CA316FCF06}" type="slidenum">
              <a:rPr lang="nb-NO" smtClean="0"/>
              <a:pPr/>
              <a:t>‹nº›</a:t>
            </a:fld>
            <a:endParaRPr lang="nb-NO"/>
          </a:p>
        </p:txBody>
      </p:sp>
      <p:pic>
        <p:nvPicPr>
          <p:cNvPr id="7" name="Bilde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19915" y="8097412"/>
            <a:ext cx="434432" cy="50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38571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50" r:id="rId2"/>
    <p:sldLayoutId id="2147483664" r:id="rId3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rgbClr val="03390F"/>
          </a:solidFill>
          <a:latin typeface="+mj-lt"/>
          <a:ea typeface="+mj-ea"/>
          <a:cs typeface="+mj-cs"/>
        </a:defRPr>
      </a:lvl1pPr>
    </p:titleStyle>
    <p:bodyStyle>
      <a:lvl1pPr marL="228600" indent="-540000" algn="ctr" defTabSz="914400" rtl="0" eaLnBrk="1" latinLnBrk="0" hangingPunct="1">
        <a:lnSpc>
          <a:spcPct val="90000"/>
        </a:lnSpc>
        <a:spcBef>
          <a:spcPts val="600"/>
        </a:spcBef>
        <a:buFontTx/>
        <a:buBlip>
          <a:blip r:embed="rId6"/>
        </a:buBlip>
        <a:defRPr sz="3600" kern="1200">
          <a:solidFill>
            <a:srgbClr val="03390F"/>
          </a:solidFill>
          <a:latin typeface="+mj-lt"/>
          <a:ea typeface="+mn-ea"/>
          <a:cs typeface="+mn-cs"/>
        </a:defRPr>
      </a:lvl1pPr>
      <a:lvl2pPr marL="685800" indent="-540000" algn="ctr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6"/>
        </a:buBlip>
        <a:defRPr sz="3200" kern="1200">
          <a:solidFill>
            <a:srgbClr val="03390F"/>
          </a:solidFill>
          <a:latin typeface="+mj-lt"/>
          <a:ea typeface="+mn-ea"/>
          <a:cs typeface="+mn-cs"/>
        </a:defRPr>
      </a:lvl2pPr>
      <a:lvl3pPr marL="1143000" indent="-540000" algn="ctr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6"/>
        </a:buBlip>
        <a:defRPr sz="2800" kern="1200">
          <a:solidFill>
            <a:srgbClr val="03390F"/>
          </a:solidFill>
          <a:latin typeface="+mj-lt"/>
          <a:ea typeface="+mn-ea"/>
          <a:cs typeface="+mn-cs"/>
        </a:defRPr>
      </a:lvl3pPr>
      <a:lvl4pPr marL="1600200" indent="-540000" algn="ctr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6"/>
        </a:buBlip>
        <a:defRPr sz="2400" kern="1200">
          <a:solidFill>
            <a:srgbClr val="03390F"/>
          </a:solidFill>
          <a:latin typeface="+mj-lt"/>
          <a:ea typeface="+mn-ea"/>
          <a:cs typeface="+mn-cs"/>
        </a:defRPr>
      </a:lvl4pPr>
      <a:lvl5pPr marL="2057400" indent="-540000" algn="ctr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6"/>
        </a:buBlip>
        <a:defRPr sz="2000" kern="1200">
          <a:solidFill>
            <a:srgbClr val="03390F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>
            <a:spLocks noGrp="1"/>
          </p:cNvSpPr>
          <p:nvPr>
            <p:ph type="title"/>
          </p:nvPr>
        </p:nvSpPr>
        <p:spPr>
          <a:xfrm>
            <a:off x="1117600" y="486834"/>
            <a:ext cx="14020800" cy="1767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6"/>
          <p:cNvSpPr txBox="1">
            <a:spLocks noGrp="1"/>
          </p:cNvSpPr>
          <p:nvPr>
            <p:ph type="body" idx="1"/>
          </p:nvPr>
        </p:nvSpPr>
        <p:spPr>
          <a:xfrm>
            <a:off x="1117600" y="2434167"/>
            <a:ext cx="14020800" cy="5801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6"/>
          <p:cNvSpPr txBox="1">
            <a:spLocks noGrp="1"/>
          </p:cNvSpPr>
          <p:nvPr>
            <p:ph type="dt" idx="10"/>
          </p:nvPr>
        </p:nvSpPr>
        <p:spPr>
          <a:xfrm>
            <a:off x="1117600" y="8475134"/>
            <a:ext cx="36576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6"/>
          <p:cNvSpPr txBox="1">
            <a:spLocks noGrp="1"/>
          </p:cNvSpPr>
          <p:nvPr>
            <p:ph type="ftr" idx="11"/>
          </p:nvPr>
        </p:nvSpPr>
        <p:spPr>
          <a:xfrm>
            <a:off x="5384800" y="8475134"/>
            <a:ext cx="54864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6"/>
          <p:cNvSpPr txBox="1">
            <a:spLocks noGrp="1"/>
          </p:cNvSpPr>
          <p:nvPr>
            <p:ph type="sldNum" idx="12"/>
          </p:nvPr>
        </p:nvSpPr>
        <p:spPr>
          <a:xfrm>
            <a:off x="11480800" y="8475134"/>
            <a:ext cx="36576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5321201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CEB56AB3-5454-43B1-81DC-C9D5BCF8C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600" y="486834"/>
            <a:ext cx="14020800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C6B0336-4C5F-4975-96B9-5AE1B4ABBB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7600" y="2434167"/>
            <a:ext cx="14020800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92B878D-AF3A-4579-B8D8-91696094A3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17600" y="8475134"/>
            <a:ext cx="36576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A93EBA-750A-4E3B-8EA8-28AE3BA3A845}" type="datetime1">
              <a:rPr lang="pt-BR" smtClean="0"/>
              <a:t>17/03/2026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CBFE736-7E36-4F43-92E8-DE3482BD48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84800" y="8475134"/>
            <a:ext cx="54864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64D3F35-670D-446B-AFA3-B3E8E31774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0800" y="8475134"/>
            <a:ext cx="36576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B3FCBF-17BF-419A-9076-C6A632A76CA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2869732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</p:sldLayoutIdLst>
  <p:hf hdr="0" ftr="0" dt="0"/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ittel 1"/>
          <p:cNvSpPr>
            <a:spLocks noGrp="1"/>
          </p:cNvSpPr>
          <p:nvPr>
            <p:ph type="title"/>
          </p:nvPr>
        </p:nvSpPr>
        <p:spPr>
          <a:xfrm>
            <a:off x="1105338" y="252031"/>
            <a:ext cx="14041755" cy="1584198"/>
          </a:xfrm>
          <a:prstGeom prst="rect">
            <a:avLst/>
          </a:prstGeom>
        </p:spPr>
        <p:txBody>
          <a:bodyPr vert="horz" lIns="0" tIns="0" rIns="0" bIns="0" rtlCol="0" anchor="ctr" anchorCtr="1">
            <a:normAutofit/>
          </a:bodyPr>
          <a:lstStyle/>
          <a:p>
            <a:r>
              <a:rPr lang="nb-NO" dirty="0"/>
              <a:t>Klikk for å redigere tittelstil</a:t>
            </a:r>
          </a:p>
        </p:txBody>
      </p:sp>
      <p:sp>
        <p:nvSpPr>
          <p:cNvPr id="3" name="Plassholder for tekst 2"/>
          <p:cNvSpPr>
            <a:spLocks noGrp="1"/>
          </p:cNvSpPr>
          <p:nvPr>
            <p:ph type="body" idx="1"/>
          </p:nvPr>
        </p:nvSpPr>
        <p:spPr>
          <a:xfrm>
            <a:off x="1107122" y="2880360"/>
            <a:ext cx="14041755" cy="486060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nb-NO" dirty="0"/>
              <a:t>Klikk for å redigere tekststiler i malen</a:t>
            </a:r>
          </a:p>
          <a:p>
            <a:pPr lvl="1"/>
            <a:r>
              <a:rPr lang="nb-NO" dirty="0"/>
              <a:t>Andre nivå</a:t>
            </a:r>
          </a:p>
          <a:p>
            <a:pPr lvl="2"/>
            <a:r>
              <a:rPr lang="nb-NO" dirty="0"/>
              <a:t>Tredje nivå</a:t>
            </a:r>
          </a:p>
          <a:p>
            <a:pPr lvl="3"/>
            <a:r>
              <a:rPr lang="nb-NO" dirty="0"/>
              <a:t>Fjerde nivå</a:t>
            </a:r>
          </a:p>
          <a:p>
            <a:pPr lvl="4"/>
            <a:r>
              <a:rPr lang="nb-NO" dirty="0"/>
              <a:t>Femte nivå</a:t>
            </a:r>
          </a:p>
        </p:txBody>
      </p:sp>
      <p:sp>
        <p:nvSpPr>
          <p:cNvPr id="4" name="Plassholder for dato 3"/>
          <p:cNvSpPr>
            <a:spLocks noGrp="1"/>
          </p:cNvSpPr>
          <p:nvPr>
            <p:ph type="dt" sz="half" idx="2"/>
          </p:nvPr>
        </p:nvSpPr>
        <p:spPr>
          <a:xfrm>
            <a:off x="1105338" y="8363845"/>
            <a:ext cx="1128294" cy="246221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>
              <a:defRPr sz="1600">
                <a:solidFill>
                  <a:srgbClr val="03390F"/>
                </a:solidFill>
                <a:latin typeface="+mj-lt"/>
              </a:defRPr>
            </a:lvl1pPr>
          </a:lstStyle>
          <a:p>
            <a:endParaRPr lang="nb-NO"/>
          </a:p>
        </p:txBody>
      </p:sp>
      <p:sp>
        <p:nvSpPr>
          <p:cNvPr id="5" name="Plassholder for bunntekst 4"/>
          <p:cNvSpPr>
            <a:spLocks noGrp="1"/>
          </p:cNvSpPr>
          <p:nvPr>
            <p:ph type="ftr" sz="quarter" idx="3"/>
          </p:nvPr>
        </p:nvSpPr>
        <p:spPr>
          <a:xfrm>
            <a:off x="3177381" y="8363845"/>
            <a:ext cx="9901238" cy="246221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ctr">
              <a:defRPr sz="1600">
                <a:solidFill>
                  <a:srgbClr val="03390F"/>
                </a:solidFill>
                <a:latin typeface="+mj-lt"/>
              </a:defRPr>
            </a:lvl1pPr>
          </a:lstStyle>
          <a:p>
            <a:endParaRPr lang="nb-NO"/>
          </a:p>
        </p:txBody>
      </p:sp>
      <p:sp>
        <p:nvSpPr>
          <p:cNvPr id="6" name="Plassholder for lysbildenummer 5"/>
          <p:cNvSpPr>
            <a:spLocks noGrp="1"/>
          </p:cNvSpPr>
          <p:nvPr>
            <p:ph type="sldNum" sz="quarter" idx="4"/>
          </p:nvPr>
        </p:nvSpPr>
        <p:spPr>
          <a:xfrm>
            <a:off x="464458" y="8363845"/>
            <a:ext cx="411748" cy="246221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ctr">
              <a:defRPr sz="1600">
                <a:solidFill>
                  <a:srgbClr val="03390F"/>
                </a:solidFill>
                <a:latin typeface="+mj-lt"/>
              </a:defRPr>
            </a:lvl1pPr>
          </a:lstStyle>
          <a:p>
            <a:fld id="{5751DFAA-887F-4071-8EAD-E8CA316FCF06}" type="slidenum">
              <a:rPr lang="nb-NO" smtClean="0"/>
              <a:pPr/>
              <a:t>‹nº›</a:t>
            </a:fld>
            <a:endParaRPr lang="nb-NO"/>
          </a:p>
        </p:txBody>
      </p:sp>
      <p:pic>
        <p:nvPicPr>
          <p:cNvPr id="7" name="Bilde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19915" y="8097412"/>
            <a:ext cx="434432" cy="50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10987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rgbClr val="03390F"/>
          </a:solidFill>
          <a:latin typeface="+mj-lt"/>
          <a:ea typeface="+mj-ea"/>
          <a:cs typeface="+mj-cs"/>
        </a:defRPr>
      </a:lvl1pPr>
    </p:titleStyle>
    <p:bodyStyle>
      <a:lvl1pPr marL="228600" indent="-540000" algn="ctr" defTabSz="914400" rtl="0" eaLnBrk="1" latinLnBrk="0" hangingPunct="1">
        <a:lnSpc>
          <a:spcPct val="90000"/>
        </a:lnSpc>
        <a:spcBef>
          <a:spcPts val="600"/>
        </a:spcBef>
        <a:buFontTx/>
        <a:buBlip>
          <a:blip r:embed="rId6"/>
        </a:buBlip>
        <a:defRPr sz="3600" kern="1200">
          <a:solidFill>
            <a:srgbClr val="03390F"/>
          </a:solidFill>
          <a:latin typeface="+mj-lt"/>
          <a:ea typeface="+mn-ea"/>
          <a:cs typeface="+mn-cs"/>
        </a:defRPr>
      </a:lvl1pPr>
      <a:lvl2pPr marL="685800" indent="-540000" algn="ctr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6"/>
        </a:buBlip>
        <a:defRPr sz="3200" kern="1200">
          <a:solidFill>
            <a:srgbClr val="03390F"/>
          </a:solidFill>
          <a:latin typeface="+mj-lt"/>
          <a:ea typeface="+mn-ea"/>
          <a:cs typeface="+mn-cs"/>
        </a:defRPr>
      </a:lvl2pPr>
      <a:lvl3pPr marL="1143000" indent="-540000" algn="ctr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6"/>
        </a:buBlip>
        <a:defRPr sz="2800" kern="1200">
          <a:solidFill>
            <a:srgbClr val="03390F"/>
          </a:solidFill>
          <a:latin typeface="+mj-lt"/>
          <a:ea typeface="+mn-ea"/>
          <a:cs typeface="+mn-cs"/>
        </a:defRPr>
      </a:lvl3pPr>
      <a:lvl4pPr marL="1600200" indent="-540000" algn="ctr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6"/>
        </a:buBlip>
        <a:defRPr sz="2400" kern="1200">
          <a:solidFill>
            <a:srgbClr val="03390F"/>
          </a:solidFill>
          <a:latin typeface="+mj-lt"/>
          <a:ea typeface="+mn-ea"/>
          <a:cs typeface="+mn-cs"/>
        </a:defRPr>
      </a:lvl4pPr>
      <a:lvl5pPr marL="2057400" indent="-540000" algn="ctr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6"/>
        </a:buBlip>
        <a:defRPr sz="2000" kern="1200">
          <a:solidFill>
            <a:srgbClr val="03390F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14" descr="Ativo 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65434" y="7207674"/>
            <a:ext cx="1548553" cy="1627293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  <a:solidFill>
            <a:srgbClr val="0B7B54"/>
          </a:solidFill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8000">
              <a:srgbClr val="0B7B54"/>
            </a:gs>
            <a:gs pos="27000">
              <a:srgbClr val="307F45"/>
            </a:gs>
            <a:gs pos="60000">
              <a:srgbClr val="0B7B54"/>
            </a:gs>
          </a:gsLst>
          <a:lin ang="135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A8AA5BC-4F7A-4226-8F99-6D824B226A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432"/>
            <a:ext cx="16256000" cy="91484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defRPr/>
            </a:pPr>
            <a:endParaRPr lang="en-US" sz="2400">
              <a:solidFill>
                <a:prstClr val="white"/>
              </a:solidFill>
              <a:latin typeface="Calibri" panose="020F0502020204030204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11DBBF1-3229-4BD9-B3D1-B4CA571E74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 bwMode="white">
          <a:xfrm>
            <a:off x="0" y="2116799"/>
            <a:ext cx="16251765" cy="0"/>
          </a:xfrm>
          <a:prstGeom prst="line">
            <a:avLst/>
          </a:prstGeom>
          <a:ln w="508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5BC87C3E-1040-4EE4-9BDB-9537F7A1B3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83009"/>
            <a:ext cx="16264128" cy="457790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en-US" sz="2400">
              <a:solidFill>
                <a:prstClr val="white"/>
              </a:solidFill>
              <a:latin typeface="Calibri" panose="020F0502020204030204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6AA7778-3AED-4D28-BAFA-926D05F55C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67816" y="2987040"/>
            <a:ext cx="0" cy="316992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5CD5A0B-CDD7-427C-AA42-2EECFDFA18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 bwMode="white">
          <a:xfrm>
            <a:off x="0" y="7027203"/>
            <a:ext cx="16251765" cy="0"/>
          </a:xfrm>
          <a:prstGeom prst="line">
            <a:avLst/>
          </a:prstGeom>
          <a:ln w="508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D8533F80-7C85-4543-B9FB-00FEBF76F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219170"/>
            <a:fld id="{3CB3FCBF-17BF-419A-9076-C6A632A76CA6}" type="slidenum">
              <a:rPr lang="pt-BR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pPr defTabSz="1219170"/>
              <a:t>2</a:t>
            </a:fld>
            <a:endParaRPr lang="pt-BR">
              <a:solidFill>
                <a:prstClr val="black">
                  <a:tint val="75000"/>
                </a:prstClr>
              </a:solidFill>
              <a:latin typeface="Calibri" panose="020F0502020204030204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1376BDF-349F-2F1A-BED2-5AA9F5A1F6CC}"/>
              </a:ext>
            </a:extLst>
          </p:cNvPr>
          <p:cNvSpPr txBox="1"/>
          <p:nvPr/>
        </p:nvSpPr>
        <p:spPr>
          <a:xfrm>
            <a:off x="5903009" y="4037269"/>
            <a:ext cx="6770700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219170"/>
            <a:r>
              <a:rPr lang="pt-BR" sz="8000" b="1" dirty="0">
                <a:solidFill>
                  <a:srgbClr val="03390F"/>
                </a:solidFill>
                <a:latin typeface="Calibri" panose="020F0502020204030204"/>
              </a:rPr>
              <a:t>Custos 2025/26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FDF89493-06AF-272C-F1C2-1DCE8711FBEE}"/>
              </a:ext>
            </a:extLst>
          </p:cNvPr>
          <p:cNvSpPr txBox="1"/>
          <p:nvPr/>
        </p:nvSpPr>
        <p:spPr>
          <a:xfrm>
            <a:off x="2538008" y="4262007"/>
            <a:ext cx="231826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219170"/>
            <a:r>
              <a:rPr lang="pt-BR" sz="3200" dirty="0">
                <a:solidFill>
                  <a:srgbClr val="03390F"/>
                </a:solidFill>
                <a:latin typeface="Calibri" panose="020F0502020204030204"/>
              </a:rPr>
              <a:t>Fevereiro/26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A302BA7F-2861-C6D7-3F9D-0CFF7EF92897}"/>
              </a:ext>
            </a:extLst>
          </p:cNvPr>
          <p:cNvSpPr txBox="1"/>
          <p:nvPr/>
        </p:nvSpPr>
        <p:spPr>
          <a:xfrm>
            <a:off x="2513898" y="4786298"/>
            <a:ext cx="2491708" cy="3181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219170"/>
            <a:r>
              <a:rPr lang="pt-BR" sz="1467" dirty="0">
                <a:solidFill>
                  <a:srgbClr val="03390F"/>
                </a:solidFill>
                <a:latin typeface="Calibri" panose="020F0502020204030204"/>
              </a:rPr>
              <a:t>*Expurgado Legal Proceedings</a:t>
            </a:r>
          </a:p>
        </p:txBody>
      </p:sp>
    </p:spTree>
    <p:extLst>
      <p:ext uri="{BB962C8B-B14F-4D97-AF65-F5344CB8AC3E}">
        <p14:creationId xmlns:p14="http://schemas.microsoft.com/office/powerpoint/2010/main" val="34215918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D03D9B-D888-6316-5D36-78D51F304E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52031"/>
            <a:ext cx="16256000" cy="763969"/>
          </a:xfrm>
        </p:spPr>
        <p:txBody>
          <a:bodyPr lIns="720000" rIns="0" anchor="ctr" anchorCtr="0">
            <a:normAutofit/>
          </a:bodyPr>
          <a:lstStyle/>
          <a:p>
            <a:pPr marL="571500" indent="-571500" algn="l">
              <a:buFont typeface="Wingdings" panose="05000000000000000000" pitchFamily="2" charset="2"/>
              <a:buChar char="v"/>
            </a:pPr>
            <a:r>
              <a:rPr lang="pt-BR" dirty="0"/>
              <a:t>Resumo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1B53874-194A-8BAE-7C58-65A9B2B15B39}"/>
              </a:ext>
            </a:extLst>
          </p:cNvPr>
          <p:cNvSpPr txBox="1"/>
          <p:nvPr/>
        </p:nvSpPr>
        <p:spPr>
          <a:xfrm>
            <a:off x="11627279" y="944880"/>
            <a:ext cx="15770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>
                <a:solidFill>
                  <a:schemeClr val="tx1">
                    <a:alpha val="40000"/>
                  </a:schemeClr>
                </a:solidFill>
                <a:latin typeface="+mj-lt"/>
              </a:rPr>
              <a:t>Vlr Acum. Anterior</a:t>
            </a:r>
          </a:p>
        </p:txBody>
      </p:sp>
      <p:pic>
        <p:nvPicPr>
          <p:cNvPr id="5" name="Imagem 4" descr="Tabela&#10;&#10;O conteúdo gerado por IA pode estar incorreto.">
            <a:extLst>
              <a:ext uri="{FF2B5EF4-FFF2-40B4-BE49-F238E27FC236}">
                <a16:creationId xmlns:a16="http://schemas.microsoft.com/office/drawing/2014/main" id="{DC8EF83B-43E0-A2BD-493B-1996323DAB7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4523889" y="1225208"/>
            <a:ext cx="8487960" cy="7211431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E9200D63-2CA5-2668-136A-F9E5FED9855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825"/>
          <a:stretch>
            <a:fillRect/>
          </a:stretch>
        </p:blipFill>
        <p:spPr>
          <a:xfrm>
            <a:off x="3653836" y="1252657"/>
            <a:ext cx="8440328" cy="7098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5656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BCC09E-EE48-A1E2-5413-FCE41EDBC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69D91AF6-DA07-15B6-203D-F5B7A41E57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2202" y="2076101"/>
            <a:ext cx="11431595" cy="4991797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75C8224-D16C-E196-C028-40255DA59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52031"/>
            <a:ext cx="16256000" cy="763969"/>
          </a:xfrm>
        </p:spPr>
        <p:txBody>
          <a:bodyPr lIns="720000" rIns="0" anchor="ctr" anchorCtr="0">
            <a:normAutofit/>
          </a:bodyPr>
          <a:lstStyle/>
          <a:p>
            <a:pPr marL="571500" indent="-571500" algn="l">
              <a:buFont typeface="Wingdings" panose="05000000000000000000" pitchFamily="2" charset="2"/>
              <a:buChar char="v"/>
            </a:pPr>
            <a:r>
              <a:rPr lang="pt-BR" dirty="0"/>
              <a:t>Custo Fornecedor </a:t>
            </a:r>
          </a:p>
        </p:txBody>
      </p:sp>
    </p:spTree>
    <p:extLst>
      <p:ext uri="{BB962C8B-B14F-4D97-AF65-F5344CB8AC3E}">
        <p14:creationId xmlns:p14="http://schemas.microsoft.com/office/powerpoint/2010/main" val="2011486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9EE6CF-9479-5B9B-AA0C-FB0EF0329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E9FECF-A3DD-BA12-1044-6E4303F4B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52031"/>
            <a:ext cx="16256000" cy="763969"/>
          </a:xfrm>
        </p:spPr>
        <p:txBody>
          <a:bodyPr lIns="720000" rIns="0" anchor="ctr" anchorCtr="0">
            <a:normAutofit/>
          </a:bodyPr>
          <a:lstStyle/>
          <a:p>
            <a:pPr marL="571500" indent="-571500" algn="l">
              <a:buFont typeface="Wingdings" panose="05000000000000000000" pitchFamily="2" charset="2"/>
              <a:buChar char="v"/>
            </a:pPr>
            <a:r>
              <a:rPr lang="pt-BR" dirty="0"/>
              <a:t>Opex ADM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F29C206-E2DA-6DC3-0ABA-BFBAAB351A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929" y="7071360"/>
            <a:ext cx="14669310" cy="1158240"/>
          </a:xfrm>
        </p:spPr>
        <p:txBody>
          <a:bodyPr/>
          <a:lstStyle/>
          <a:p>
            <a:r>
              <a:rPr lang="pt-BR" sz="2400" dirty="0"/>
              <a:t>ADM está acima do orçamento em 2,6MM;</a:t>
            </a:r>
          </a:p>
        </p:txBody>
      </p:sp>
      <p:grpSp>
        <p:nvGrpSpPr>
          <p:cNvPr id="9" name="Agrupar 8">
            <a:extLst>
              <a:ext uri="{FF2B5EF4-FFF2-40B4-BE49-F238E27FC236}">
                <a16:creationId xmlns:a16="http://schemas.microsoft.com/office/drawing/2014/main" id="{08BECE2E-B3C9-C31A-E34B-D23E68C9BF43}"/>
              </a:ext>
            </a:extLst>
          </p:cNvPr>
          <p:cNvGrpSpPr/>
          <p:nvPr/>
        </p:nvGrpSpPr>
        <p:grpSpPr>
          <a:xfrm>
            <a:off x="2674176" y="2204707"/>
            <a:ext cx="10907647" cy="4734586"/>
            <a:chOff x="2674176" y="2204707"/>
            <a:chExt cx="10907647" cy="4734586"/>
          </a:xfrm>
        </p:grpSpPr>
        <p:pic>
          <p:nvPicPr>
            <p:cNvPr id="6" name="Imagem 5">
              <a:extLst>
                <a:ext uri="{FF2B5EF4-FFF2-40B4-BE49-F238E27FC236}">
                  <a16:creationId xmlns:a16="http://schemas.microsoft.com/office/drawing/2014/main" id="{E4E1A169-5A38-E4FE-B8E6-DA68D0FB854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674176" y="2204707"/>
              <a:ext cx="10907647" cy="4734586"/>
            </a:xfrm>
            <a:prstGeom prst="rect">
              <a:avLst/>
            </a:prstGeom>
          </p:spPr>
        </p:pic>
        <p:pic>
          <p:nvPicPr>
            <p:cNvPr id="8" name="Imagem 7">
              <a:extLst>
                <a:ext uri="{FF2B5EF4-FFF2-40B4-BE49-F238E27FC236}">
                  <a16:creationId xmlns:a16="http://schemas.microsoft.com/office/drawing/2014/main" id="{63C8D97B-7B63-C47D-0D70-9DE3600DC1D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719643" y="2273292"/>
              <a:ext cx="9983593" cy="46583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277932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DAA03-F05E-E59E-987D-637CADC94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40C37E-08D0-753C-D965-F57C83F856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52031"/>
            <a:ext cx="16256000" cy="763969"/>
          </a:xfrm>
        </p:spPr>
        <p:txBody>
          <a:bodyPr lIns="720000" rIns="0" anchor="ctr" anchorCtr="0">
            <a:normAutofit/>
          </a:bodyPr>
          <a:lstStyle/>
          <a:p>
            <a:pPr marL="571500" indent="-571500" algn="l">
              <a:buFont typeface="Wingdings" panose="05000000000000000000" pitchFamily="2" charset="2"/>
              <a:buChar char="v"/>
            </a:pPr>
            <a:r>
              <a:rPr lang="pt-BR" dirty="0"/>
              <a:t>Opex IND</a:t>
            </a:r>
          </a:p>
        </p:txBody>
      </p:sp>
      <p:sp>
        <p:nvSpPr>
          <p:cNvPr id="4" name="Espaço Reservado para Conteúdo 2">
            <a:extLst>
              <a:ext uri="{FF2B5EF4-FFF2-40B4-BE49-F238E27FC236}">
                <a16:creationId xmlns:a16="http://schemas.microsoft.com/office/drawing/2014/main" id="{ADF7C01C-44D3-E12D-A6E7-8263C0146E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929" y="7071360"/>
            <a:ext cx="14669310" cy="1158240"/>
          </a:xfrm>
        </p:spPr>
        <p:txBody>
          <a:bodyPr/>
          <a:lstStyle/>
          <a:p>
            <a:r>
              <a:rPr lang="pt-BR" sz="2400" dirty="0"/>
              <a:t>IND está abaixo do orçamento em 0,1MM;</a:t>
            </a:r>
          </a:p>
        </p:txBody>
      </p:sp>
      <p:grpSp>
        <p:nvGrpSpPr>
          <p:cNvPr id="11" name="Agrupar 10">
            <a:extLst>
              <a:ext uri="{FF2B5EF4-FFF2-40B4-BE49-F238E27FC236}">
                <a16:creationId xmlns:a16="http://schemas.microsoft.com/office/drawing/2014/main" id="{50295D28-0D58-9580-FC6E-7FF9F2F28CD3}"/>
              </a:ext>
            </a:extLst>
          </p:cNvPr>
          <p:cNvGrpSpPr/>
          <p:nvPr/>
        </p:nvGrpSpPr>
        <p:grpSpPr>
          <a:xfrm>
            <a:off x="2688465" y="2022779"/>
            <a:ext cx="10926700" cy="4648849"/>
            <a:chOff x="2688465" y="2022779"/>
            <a:chExt cx="10926700" cy="4648849"/>
          </a:xfrm>
        </p:grpSpPr>
        <p:pic>
          <p:nvPicPr>
            <p:cNvPr id="6" name="Imagem 5">
              <a:extLst>
                <a:ext uri="{FF2B5EF4-FFF2-40B4-BE49-F238E27FC236}">
                  <a16:creationId xmlns:a16="http://schemas.microsoft.com/office/drawing/2014/main" id="{63BD738C-EAF1-D8C0-3622-6111E9D8576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688465" y="2022779"/>
              <a:ext cx="10926700" cy="4648849"/>
            </a:xfrm>
            <a:prstGeom prst="rect">
              <a:avLst/>
            </a:prstGeom>
          </p:spPr>
        </p:pic>
        <p:pic>
          <p:nvPicPr>
            <p:cNvPr id="10" name="Imagem 9">
              <a:extLst>
                <a:ext uri="{FF2B5EF4-FFF2-40B4-BE49-F238E27FC236}">
                  <a16:creationId xmlns:a16="http://schemas.microsoft.com/office/drawing/2014/main" id="{57D4F6B6-EFBD-F267-616E-E4BCF243EA0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729105" y="2080570"/>
              <a:ext cx="9916909" cy="455358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848269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8B371D-5E8D-D945-F76C-734D213987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85EB45-3E80-1DE3-902C-1FE8406B5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52031"/>
            <a:ext cx="16256000" cy="763969"/>
          </a:xfrm>
        </p:spPr>
        <p:txBody>
          <a:bodyPr lIns="720000" rIns="0" anchor="ctr" anchorCtr="0">
            <a:normAutofit/>
          </a:bodyPr>
          <a:lstStyle/>
          <a:p>
            <a:pPr marL="571500" indent="-571500" algn="l">
              <a:buFont typeface="Wingdings" panose="05000000000000000000" pitchFamily="2" charset="2"/>
              <a:buChar char="v"/>
            </a:pPr>
            <a:r>
              <a:rPr lang="pt-BR" dirty="0"/>
              <a:t>Opex AGR Manutenção</a:t>
            </a:r>
          </a:p>
        </p:txBody>
      </p:sp>
      <p:sp>
        <p:nvSpPr>
          <p:cNvPr id="4" name="Espaço Reservado para Conteúdo 2">
            <a:extLst>
              <a:ext uri="{FF2B5EF4-FFF2-40B4-BE49-F238E27FC236}">
                <a16:creationId xmlns:a16="http://schemas.microsoft.com/office/drawing/2014/main" id="{E6CEBA01-1145-9F1A-0E55-8EF4D3FCF7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929" y="7071360"/>
            <a:ext cx="14669310" cy="1158240"/>
          </a:xfrm>
        </p:spPr>
        <p:txBody>
          <a:bodyPr/>
          <a:lstStyle/>
          <a:p>
            <a:r>
              <a:rPr lang="pt-BR" sz="2400" dirty="0"/>
              <a:t>AGR Manutenção está acima do orçamento em 4,8MM;</a:t>
            </a:r>
          </a:p>
          <a:p>
            <a:r>
              <a:rPr lang="pt-BR" sz="2400" dirty="0"/>
              <a:t>Atenção na análise operacional devido aos desvios unitários das operações com volume de produção menor. </a:t>
            </a:r>
          </a:p>
        </p:txBody>
      </p:sp>
      <p:grpSp>
        <p:nvGrpSpPr>
          <p:cNvPr id="9" name="Agrupar 8">
            <a:extLst>
              <a:ext uri="{FF2B5EF4-FFF2-40B4-BE49-F238E27FC236}">
                <a16:creationId xmlns:a16="http://schemas.microsoft.com/office/drawing/2014/main" id="{A38B9271-25C8-3FEF-6EBE-6D666A855534}"/>
              </a:ext>
            </a:extLst>
          </p:cNvPr>
          <p:cNvGrpSpPr/>
          <p:nvPr/>
        </p:nvGrpSpPr>
        <p:grpSpPr>
          <a:xfrm>
            <a:off x="2688466" y="2185653"/>
            <a:ext cx="10879068" cy="4603752"/>
            <a:chOff x="2688466" y="2185653"/>
            <a:chExt cx="10879068" cy="4603752"/>
          </a:xfrm>
        </p:grpSpPr>
        <p:pic>
          <p:nvPicPr>
            <p:cNvPr id="6" name="Imagem 5">
              <a:extLst>
                <a:ext uri="{FF2B5EF4-FFF2-40B4-BE49-F238E27FC236}">
                  <a16:creationId xmlns:a16="http://schemas.microsoft.com/office/drawing/2014/main" id="{A79C54CE-00C2-FBB9-A303-5D23DE78FF6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688466" y="2185653"/>
              <a:ext cx="10879068" cy="4591691"/>
            </a:xfrm>
            <a:prstGeom prst="rect">
              <a:avLst/>
            </a:prstGeom>
          </p:spPr>
        </p:pic>
        <p:pic>
          <p:nvPicPr>
            <p:cNvPr id="8" name="Imagem 7">
              <a:extLst>
                <a:ext uri="{FF2B5EF4-FFF2-40B4-BE49-F238E27FC236}">
                  <a16:creationId xmlns:a16="http://schemas.microsoft.com/office/drawing/2014/main" id="{59244BA0-D90A-1DC6-8BA5-7708222E50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730736" y="2226293"/>
              <a:ext cx="9897856" cy="456311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306011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8AF55A-4A68-87E8-7FF7-DB697D796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D972A1-2770-F457-5729-16D9FD0BC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52031"/>
            <a:ext cx="16256000" cy="763969"/>
          </a:xfrm>
        </p:spPr>
        <p:txBody>
          <a:bodyPr lIns="720000" rIns="0" anchor="ctr" anchorCtr="0">
            <a:normAutofit/>
          </a:bodyPr>
          <a:lstStyle/>
          <a:p>
            <a:pPr marL="571500" indent="-571500" algn="l">
              <a:buFont typeface="Wingdings" panose="05000000000000000000" pitchFamily="2" charset="2"/>
              <a:buChar char="v"/>
            </a:pPr>
            <a:r>
              <a:rPr lang="pt-BR" dirty="0"/>
              <a:t>Opex AGR Operacional</a:t>
            </a:r>
          </a:p>
        </p:txBody>
      </p:sp>
      <p:sp>
        <p:nvSpPr>
          <p:cNvPr id="4" name="Espaço Reservado para Conteúdo 2">
            <a:extLst>
              <a:ext uri="{FF2B5EF4-FFF2-40B4-BE49-F238E27FC236}">
                <a16:creationId xmlns:a16="http://schemas.microsoft.com/office/drawing/2014/main" id="{0071BA12-139C-F4F8-3041-0AD15E71DE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929" y="7071360"/>
            <a:ext cx="14669310" cy="1158240"/>
          </a:xfrm>
        </p:spPr>
        <p:txBody>
          <a:bodyPr/>
          <a:lstStyle/>
          <a:p>
            <a:r>
              <a:rPr lang="pt-BR" sz="2400" dirty="0"/>
              <a:t>AGR Operacional está abaixo do orçamento em 7,8MM;</a:t>
            </a:r>
          </a:p>
          <a:p>
            <a:r>
              <a:rPr lang="pt-BR" sz="2400" dirty="0"/>
              <a:t>Explicação das diferenças citadas ao longo da apresentação;</a:t>
            </a:r>
          </a:p>
        </p:txBody>
      </p:sp>
      <p:grpSp>
        <p:nvGrpSpPr>
          <p:cNvPr id="9" name="Agrupar 8">
            <a:extLst>
              <a:ext uri="{FF2B5EF4-FFF2-40B4-BE49-F238E27FC236}">
                <a16:creationId xmlns:a16="http://schemas.microsoft.com/office/drawing/2014/main" id="{8A22C35E-007A-B1EA-8E9A-9E89C5517567}"/>
              </a:ext>
            </a:extLst>
          </p:cNvPr>
          <p:cNvGrpSpPr/>
          <p:nvPr/>
        </p:nvGrpSpPr>
        <p:grpSpPr>
          <a:xfrm>
            <a:off x="2650360" y="2223760"/>
            <a:ext cx="10955279" cy="4696480"/>
            <a:chOff x="2650360" y="2223760"/>
            <a:chExt cx="10955279" cy="4696480"/>
          </a:xfrm>
        </p:grpSpPr>
        <p:pic>
          <p:nvPicPr>
            <p:cNvPr id="6" name="Imagem 5">
              <a:extLst>
                <a:ext uri="{FF2B5EF4-FFF2-40B4-BE49-F238E27FC236}">
                  <a16:creationId xmlns:a16="http://schemas.microsoft.com/office/drawing/2014/main" id="{BF8906ED-712D-01C0-74F4-930653786EF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650360" y="2223760"/>
              <a:ext cx="10955279" cy="4696480"/>
            </a:xfrm>
            <a:prstGeom prst="rect">
              <a:avLst/>
            </a:prstGeom>
          </p:spPr>
        </p:pic>
        <p:pic>
          <p:nvPicPr>
            <p:cNvPr id="8" name="Imagem 7">
              <a:extLst>
                <a:ext uri="{FF2B5EF4-FFF2-40B4-BE49-F238E27FC236}">
                  <a16:creationId xmlns:a16="http://schemas.microsoft.com/office/drawing/2014/main" id="{57931A2F-41D7-D2EC-0445-7C561B281F0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711320" y="2305040"/>
              <a:ext cx="9897856" cy="453453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393866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BB4B1E-E8C5-0B19-A8E4-EEDA305CBD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E92B9D-7AD2-DE0E-C9A6-28E519CC5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52031"/>
            <a:ext cx="16256000" cy="763969"/>
          </a:xfrm>
        </p:spPr>
        <p:txBody>
          <a:bodyPr lIns="720000" rIns="0" anchor="ctr" anchorCtr="0">
            <a:normAutofit/>
          </a:bodyPr>
          <a:lstStyle/>
          <a:p>
            <a:pPr marL="571500" indent="-571500" algn="l">
              <a:buFont typeface="Wingdings" panose="05000000000000000000" pitchFamily="2" charset="2"/>
              <a:buChar char="v"/>
            </a:pPr>
            <a:r>
              <a:rPr lang="pt-BR" dirty="0"/>
              <a:t>Opex GERAL</a:t>
            </a:r>
          </a:p>
        </p:txBody>
      </p:sp>
      <p:sp>
        <p:nvSpPr>
          <p:cNvPr id="4" name="Espaço Reservado para Conteúdo 2">
            <a:extLst>
              <a:ext uri="{FF2B5EF4-FFF2-40B4-BE49-F238E27FC236}">
                <a16:creationId xmlns:a16="http://schemas.microsoft.com/office/drawing/2014/main" id="{D4B59430-7A11-4BDD-3C73-22F472B3D4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929" y="7071360"/>
            <a:ext cx="14669310" cy="1158240"/>
          </a:xfrm>
        </p:spPr>
        <p:txBody>
          <a:bodyPr/>
          <a:lstStyle/>
          <a:p>
            <a:r>
              <a:rPr lang="pt-BR" sz="2400" dirty="0"/>
              <a:t>GERAL está abaixo do orçamento em 0,5MM;</a:t>
            </a:r>
          </a:p>
          <a:p>
            <a:r>
              <a:rPr lang="pt-BR" sz="2400" dirty="0"/>
              <a:t>Explicação das diferenças citadas ao longo da apresentação;</a:t>
            </a:r>
          </a:p>
        </p:txBody>
      </p:sp>
      <p:grpSp>
        <p:nvGrpSpPr>
          <p:cNvPr id="9" name="Agrupar 8">
            <a:extLst>
              <a:ext uri="{FF2B5EF4-FFF2-40B4-BE49-F238E27FC236}">
                <a16:creationId xmlns:a16="http://schemas.microsoft.com/office/drawing/2014/main" id="{D94FCB7A-F2CB-E623-3FF5-56E4BE2FB0E6}"/>
              </a:ext>
            </a:extLst>
          </p:cNvPr>
          <p:cNvGrpSpPr/>
          <p:nvPr/>
        </p:nvGrpSpPr>
        <p:grpSpPr>
          <a:xfrm>
            <a:off x="2683702" y="2257102"/>
            <a:ext cx="10888595" cy="4629796"/>
            <a:chOff x="2683702" y="2257102"/>
            <a:chExt cx="10888595" cy="4629796"/>
          </a:xfrm>
        </p:grpSpPr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C3FFBE55-1245-AB20-7AF7-7EC0884AB55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683702" y="2257102"/>
              <a:ext cx="10888595" cy="4629796"/>
            </a:xfrm>
            <a:prstGeom prst="rect">
              <a:avLst/>
            </a:prstGeom>
          </p:spPr>
        </p:pic>
        <p:pic>
          <p:nvPicPr>
            <p:cNvPr id="8" name="Imagem 7">
              <a:extLst>
                <a:ext uri="{FF2B5EF4-FFF2-40B4-BE49-F238E27FC236}">
                  <a16:creationId xmlns:a16="http://schemas.microsoft.com/office/drawing/2014/main" id="{C8E2FEDA-890F-FC44-E5BF-60A9D5D6FB8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756481" y="2285681"/>
              <a:ext cx="9869277" cy="457263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563444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702DF1-15DC-F644-02AD-14B5E2A38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37A383DB-03B9-D596-694C-0035287CE8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9544" y="1334413"/>
            <a:ext cx="9955014" cy="150516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1231E82B-1C59-A0B7-58CB-DB02787936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9544" y="3119880"/>
            <a:ext cx="9955014" cy="5182323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1FA81A37-ADA2-E7D6-F079-D7E528F6B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52031"/>
            <a:ext cx="16256000" cy="763969"/>
          </a:xfrm>
        </p:spPr>
        <p:txBody>
          <a:bodyPr lIns="720000" rIns="0" anchor="ctr" anchorCtr="0">
            <a:normAutofit/>
          </a:bodyPr>
          <a:lstStyle/>
          <a:p>
            <a:pPr marL="571500" indent="-571500" algn="l">
              <a:buFont typeface="Wingdings" panose="05000000000000000000" pitchFamily="2" charset="2"/>
              <a:buChar char="v"/>
            </a:pPr>
            <a:r>
              <a:rPr lang="pt-BR" dirty="0"/>
              <a:t>Custo Operacional Formação</a:t>
            </a:r>
          </a:p>
        </p:txBody>
      </p:sp>
    </p:spTree>
    <p:extLst>
      <p:ext uri="{BB962C8B-B14F-4D97-AF65-F5344CB8AC3E}">
        <p14:creationId xmlns:p14="http://schemas.microsoft.com/office/powerpoint/2010/main" val="35937653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A3D31C-EA66-C58C-4EE9-B42A3B6A9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A6EC52F5-0D4F-D621-77AA-8FD2834F5D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2911" y="1428018"/>
            <a:ext cx="10012172" cy="838317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CE7C8210-CB4B-52F4-7788-3495305675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2911" y="2668826"/>
            <a:ext cx="9859751" cy="5210902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802ED351-1D98-2AAA-30A5-C1349F1B0F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52031"/>
            <a:ext cx="16256000" cy="763969"/>
          </a:xfrm>
        </p:spPr>
        <p:txBody>
          <a:bodyPr lIns="720000" rIns="0" anchor="ctr" anchorCtr="0">
            <a:normAutofit/>
          </a:bodyPr>
          <a:lstStyle/>
          <a:p>
            <a:pPr marL="571500" indent="-571500" algn="l">
              <a:buFont typeface="Wingdings" panose="05000000000000000000" pitchFamily="2" charset="2"/>
              <a:buChar char="v"/>
            </a:pPr>
            <a:r>
              <a:rPr lang="pt-BR" dirty="0"/>
              <a:t>Custo Operacional Preparo</a:t>
            </a:r>
          </a:p>
        </p:txBody>
      </p:sp>
    </p:spTree>
    <p:extLst>
      <p:ext uri="{BB962C8B-B14F-4D97-AF65-F5344CB8AC3E}">
        <p14:creationId xmlns:p14="http://schemas.microsoft.com/office/powerpoint/2010/main" val="17576806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44470D-9A74-8460-CC03-16A178A738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F36B4CA6-698F-DEC9-0747-60C9F21256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4011" y="1798404"/>
            <a:ext cx="13660756" cy="5611008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DC7E490B-04C1-05E5-2DC4-811CCA022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52031"/>
            <a:ext cx="16256000" cy="763969"/>
          </a:xfrm>
        </p:spPr>
        <p:txBody>
          <a:bodyPr lIns="720000" rIns="0" anchor="ctr" anchorCtr="0">
            <a:normAutofit/>
          </a:bodyPr>
          <a:lstStyle/>
          <a:p>
            <a:pPr marL="571500" indent="-571500" algn="l">
              <a:buFont typeface="Wingdings" panose="05000000000000000000" pitchFamily="2" charset="2"/>
              <a:buChar char="v"/>
            </a:pPr>
            <a:r>
              <a:rPr lang="pt-BR" dirty="0"/>
              <a:t>Custo Operacional Preparo – Grupo de Operações </a:t>
            </a:r>
            <a:r>
              <a:rPr lang="pt-BR" sz="2400" dirty="0"/>
              <a:t>(Acumulado Fevereiro/26)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867423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12A535-3DFA-A84D-AECE-2F461BF832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13B23448-6291-C4A4-3E70-D0918E55E2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4763" y="1443489"/>
            <a:ext cx="9945488" cy="866896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C7B3B717-5DFB-1F08-9C21-075297CDEA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7605" y="2480082"/>
            <a:ext cx="10002646" cy="5220429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FB5E3EB3-C723-BDC2-522A-8D949B858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52031"/>
            <a:ext cx="16256000" cy="763969"/>
          </a:xfrm>
        </p:spPr>
        <p:txBody>
          <a:bodyPr lIns="720000" rIns="0" anchor="ctr" anchorCtr="0">
            <a:normAutofit/>
          </a:bodyPr>
          <a:lstStyle/>
          <a:p>
            <a:pPr marL="571500" indent="-571500" algn="l">
              <a:buFont typeface="Wingdings" panose="05000000000000000000" pitchFamily="2" charset="2"/>
              <a:buChar char="v"/>
            </a:pPr>
            <a:r>
              <a:rPr lang="pt-BR" dirty="0"/>
              <a:t>Custo Operacional Plantio</a:t>
            </a:r>
          </a:p>
        </p:txBody>
      </p:sp>
    </p:spTree>
    <p:extLst>
      <p:ext uri="{BB962C8B-B14F-4D97-AF65-F5344CB8AC3E}">
        <p14:creationId xmlns:p14="http://schemas.microsoft.com/office/powerpoint/2010/main" val="11786769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F9D2CF-E2E1-4816-09B3-0A7EA656EC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E0301F33-195E-6ABF-6FBA-F9AA4AE6A3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7622" y="1429310"/>
            <a:ext cx="13660756" cy="6658904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5FAB14B8-479E-3119-2361-26C67079F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52031"/>
            <a:ext cx="16256000" cy="763969"/>
          </a:xfrm>
        </p:spPr>
        <p:txBody>
          <a:bodyPr lIns="720000" rIns="0" anchor="ctr" anchorCtr="0">
            <a:normAutofit/>
          </a:bodyPr>
          <a:lstStyle/>
          <a:p>
            <a:pPr marL="571500" indent="-571500" algn="l">
              <a:buFont typeface="Wingdings" panose="05000000000000000000" pitchFamily="2" charset="2"/>
              <a:buChar char="v"/>
            </a:pPr>
            <a:r>
              <a:rPr lang="pt-BR" dirty="0"/>
              <a:t>Custo Operacional Plantio – Grupo de Operações </a:t>
            </a:r>
            <a:r>
              <a:rPr lang="pt-BR" sz="2400" dirty="0"/>
              <a:t>(Acumulado Fevereiro/26)</a:t>
            </a:r>
          </a:p>
        </p:txBody>
      </p:sp>
    </p:spTree>
    <p:extLst>
      <p:ext uri="{BB962C8B-B14F-4D97-AF65-F5344CB8AC3E}">
        <p14:creationId xmlns:p14="http://schemas.microsoft.com/office/powerpoint/2010/main" val="29505930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A45E36-A2F6-B0EB-EB02-313551E061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CD7769EC-D1E6-2F20-DCD0-A1C937AB01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4481" y="1536995"/>
            <a:ext cx="9974067" cy="828791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28AF5E78-2596-C339-6A5B-77A5DFB565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4481" y="2555147"/>
            <a:ext cx="9945488" cy="5249008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FEB87C32-74AB-126F-710B-ECB46B8829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52031"/>
            <a:ext cx="16256000" cy="763969"/>
          </a:xfrm>
        </p:spPr>
        <p:txBody>
          <a:bodyPr lIns="720000" rIns="0" anchor="ctr" anchorCtr="0">
            <a:normAutofit/>
          </a:bodyPr>
          <a:lstStyle/>
          <a:p>
            <a:pPr marL="571500" indent="-571500" algn="l">
              <a:buFont typeface="Wingdings" panose="05000000000000000000" pitchFamily="2" charset="2"/>
              <a:buChar char="v"/>
            </a:pPr>
            <a:r>
              <a:rPr lang="pt-BR" dirty="0"/>
              <a:t>Custo Operacional Tratos Cana Planta</a:t>
            </a:r>
          </a:p>
        </p:txBody>
      </p:sp>
    </p:spTree>
    <p:extLst>
      <p:ext uri="{BB962C8B-B14F-4D97-AF65-F5344CB8AC3E}">
        <p14:creationId xmlns:p14="http://schemas.microsoft.com/office/powerpoint/2010/main" val="6041088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1D7307-57D0-9E35-B53C-2EA100EB32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5A22B82F-2B02-9E1D-7CFF-464E540FA2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6195" y="1313495"/>
            <a:ext cx="13660756" cy="7106642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C0A6895E-EB10-7F26-0225-262E471A4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52031"/>
            <a:ext cx="16256000" cy="763969"/>
          </a:xfrm>
        </p:spPr>
        <p:txBody>
          <a:bodyPr lIns="720000" rIns="0" anchor="ctr" anchorCtr="0">
            <a:normAutofit/>
          </a:bodyPr>
          <a:lstStyle/>
          <a:p>
            <a:pPr marL="571500" indent="-571500" algn="l">
              <a:buFont typeface="Wingdings" panose="05000000000000000000" pitchFamily="2" charset="2"/>
              <a:buChar char="v"/>
            </a:pPr>
            <a:r>
              <a:rPr lang="pt-BR" dirty="0"/>
              <a:t>Custo Operacional Tratos Cana Planta – Grupo de Operações </a:t>
            </a:r>
            <a:r>
              <a:rPr lang="pt-BR" sz="2400" dirty="0"/>
              <a:t>(</a:t>
            </a:r>
            <a:r>
              <a:rPr lang="pt-BR" sz="2400" dirty="0" err="1"/>
              <a:t>Acum</a:t>
            </a:r>
            <a:r>
              <a:rPr lang="pt-BR" sz="2400" dirty="0"/>
              <a:t>. Fevereiro/26)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592085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1C2AB5-B1CA-EC42-DC85-F87DE56537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805BE0C0-D914-F19E-2878-C9C20F5494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8583" y="1461970"/>
            <a:ext cx="9983593" cy="866896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5808505B-A4B4-805D-D448-F56F44C813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4294" y="2883811"/>
            <a:ext cx="10012172" cy="5210902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F613470-35C2-46BF-3738-9A5136500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52031"/>
            <a:ext cx="16256000" cy="763969"/>
          </a:xfrm>
        </p:spPr>
        <p:txBody>
          <a:bodyPr lIns="720000" rIns="0" anchor="ctr" anchorCtr="0">
            <a:normAutofit/>
          </a:bodyPr>
          <a:lstStyle/>
          <a:p>
            <a:pPr marL="571500" indent="-571500" algn="l">
              <a:buFont typeface="Wingdings" panose="05000000000000000000" pitchFamily="2" charset="2"/>
              <a:buChar char="v"/>
            </a:pPr>
            <a:r>
              <a:rPr lang="pt-BR" dirty="0"/>
              <a:t>Custo Operacional Tratos Cana Soca</a:t>
            </a:r>
          </a:p>
        </p:txBody>
      </p:sp>
    </p:spTree>
    <p:extLst>
      <p:ext uri="{BB962C8B-B14F-4D97-AF65-F5344CB8AC3E}">
        <p14:creationId xmlns:p14="http://schemas.microsoft.com/office/powerpoint/2010/main" val="35321801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0B1657-AC83-2C6B-F067-F0A4B78CF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C7F82044-57CF-9B2C-1889-7AFA452B33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4113" y="1011062"/>
            <a:ext cx="13698862" cy="7582958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6DAFC75D-DEE0-B311-6E54-4F755AB064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52031"/>
            <a:ext cx="16256000" cy="763969"/>
          </a:xfrm>
        </p:spPr>
        <p:txBody>
          <a:bodyPr lIns="720000" rIns="0" anchor="ctr" anchorCtr="0">
            <a:normAutofit/>
          </a:bodyPr>
          <a:lstStyle/>
          <a:p>
            <a:pPr marL="571500" indent="-571500" algn="l">
              <a:buFont typeface="Wingdings" panose="05000000000000000000" pitchFamily="2" charset="2"/>
              <a:buChar char="v"/>
            </a:pPr>
            <a:r>
              <a:rPr lang="pt-BR" dirty="0"/>
              <a:t>Custo Operacional Tratos Cana Soca – Grupo de Operações </a:t>
            </a:r>
            <a:r>
              <a:rPr lang="pt-BR" sz="2400" dirty="0"/>
              <a:t>(Acumulado Fevereiro/26)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748856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6ED18C-2FC5-8342-04BF-307227ECB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4D104FC6-4677-D417-DA8B-AE2196DF86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7882" y="1481174"/>
            <a:ext cx="9974067" cy="857370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7FD5DF7D-FC26-465D-5067-3385CD4041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4113" y="2653219"/>
            <a:ext cx="10374173" cy="5210902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AC19810E-5130-3C0D-EC5E-156E2EB4B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52031"/>
            <a:ext cx="16256000" cy="763969"/>
          </a:xfrm>
        </p:spPr>
        <p:txBody>
          <a:bodyPr lIns="720000" rIns="0" anchor="ctr" anchorCtr="0">
            <a:normAutofit/>
          </a:bodyPr>
          <a:lstStyle/>
          <a:p>
            <a:pPr marL="571500" indent="-571500" algn="l">
              <a:buFont typeface="Wingdings" panose="05000000000000000000" pitchFamily="2" charset="2"/>
              <a:buChar char="v"/>
            </a:pPr>
            <a:r>
              <a:rPr lang="pt-BR" dirty="0"/>
              <a:t>Custo Operacional CCT</a:t>
            </a:r>
          </a:p>
        </p:txBody>
      </p:sp>
    </p:spTree>
    <p:extLst>
      <p:ext uri="{BB962C8B-B14F-4D97-AF65-F5344CB8AC3E}">
        <p14:creationId xmlns:p14="http://schemas.microsoft.com/office/powerpoint/2010/main" val="36741698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F08EB-F6EE-133A-1819-3B6C23832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0D9CF6C7-D348-7D79-03EB-E2FF3BAA33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4096" y="2289728"/>
            <a:ext cx="11679280" cy="412490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16937F16-24B6-EC1D-9AAC-7BB4421236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52031"/>
            <a:ext cx="16256000" cy="763969"/>
          </a:xfrm>
        </p:spPr>
        <p:txBody>
          <a:bodyPr lIns="720000" rIns="0" anchor="ctr" anchorCtr="0">
            <a:normAutofit/>
          </a:bodyPr>
          <a:lstStyle/>
          <a:p>
            <a:pPr marL="571500" indent="-571500" algn="l">
              <a:buFont typeface="Wingdings" panose="05000000000000000000" pitchFamily="2" charset="2"/>
              <a:buChar char="v"/>
            </a:pPr>
            <a:r>
              <a:rPr lang="pt-BR" dirty="0"/>
              <a:t>Custo Operacional CCT – Grupo de Operações </a:t>
            </a:r>
            <a:r>
              <a:rPr lang="pt-BR" sz="2400" dirty="0"/>
              <a:t>(Acumulado Fevereiro/26)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838050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flip="none" rotWithShape="1">
          <a:gsLst>
            <a:gs pos="48000">
              <a:srgbClr val="0B7B54"/>
            </a:gs>
            <a:gs pos="27000">
              <a:srgbClr val="307F45"/>
            </a:gs>
            <a:gs pos="60000">
              <a:srgbClr val="0B7B54"/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232;p15" descr="Ativo 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947385" y="3716140"/>
            <a:ext cx="2330873" cy="245025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81980816"/>
      </p:ext>
    </p:extLst>
  </p:cSld>
  <p:clrMapOvr>
    <a:masterClrMapping/>
  </p:clrMapOvr>
</p:sld>
</file>

<file path=ppt/theme/theme1.xml><?xml version="1.0" encoding="utf-8"?>
<a:theme xmlns:a="http://schemas.openxmlformats.org/drawingml/2006/main" name="PPTmal_UmoeV1">
  <a:themeElements>
    <a:clrScheme name="Umo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F4D2A"/>
      </a:accent1>
      <a:accent2>
        <a:srgbClr val="168538"/>
      </a:accent2>
      <a:accent3>
        <a:srgbClr val="0EB562"/>
      </a:accent3>
      <a:accent4>
        <a:srgbClr val="52BFDE"/>
      </a:accent4>
      <a:accent5>
        <a:srgbClr val="0791B8"/>
      </a:accent5>
      <a:accent6>
        <a:srgbClr val="054F7A"/>
      </a:accent6>
      <a:hlink>
        <a:srgbClr val="0563C1"/>
      </a:hlink>
      <a:folHlink>
        <a:srgbClr val="954F72"/>
      </a:folHlink>
    </a:clrScheme>
    <a:fontScheme name="Umoe">
      <a:majorFont>
        <a:latin typeface="Calibri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PTmal_UmoeV1.potx" id="{C9810A88-6710-4D8B-A643-01B4F4835995}" vid="{C8959967-2EFF-4A67-A534-4FE7986D497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Tema do Office">
  <a:themeElements>
    <a:clrScheme name="Personalizada 1">
      <a:dk1>
        <a:sysClr val="windowText" lastClr="000000"/>
      </a:dk1>
      <a:lt1>
        <a:sysClr val="window" lastClr="FFFFFF"/>
      </a:lt1>
      <a:dk2>
        <a:srgbClr val="00B050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PPTmal_UmoeV1">
  <a:themeElements>
    <a:clrScheme name="Umo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F4D2A"/>
      </a:accent1>
      <a:accent2>
        <a:srgbClr val="168538"/>
      </a:accent2>
      <a:accent3>
        <a:srgbClr val="0EB562"/>
      </a:accent3>
      <a:accent4>
        <a:srgbClr val="52BFDE"/>
      </a:accent4>
      <a:accent5>
        <a:srgbClr val="0791B8"/>
      </a:accent5>
      <a:accent6>
        <a:srgbClr val="054F7A"/>
      </a:accent6>
      <a:hlink>
        <a:srgbClr val="0563C1"/>
      </a:hlink>
      <a:folHlink>
        <a:srgbClr val="954F72"/>
      </a:folHlink>
    </a:clrScheme>
    <a:fontScheme name="Umoe">
      <a:majorFont>
        <a:latin typeface="Calibri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PTmal_UmoeV1.potx" id="{C9810A88-6710-4D8B-A643-01B4F4835995}" vid="{C8959967-2EFF-4A67-A534-4FE7986D497A}"/>
    </a:ext>
  </a:extLst>
</a:theme>
</file>

<file path=ppt/theme/theme5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PPTmal_UmoeV1</Template>
  <TotalTime>13317</TotalTime>
  <Words>197</Words>
  <Application>Microsoft Office PowerPoint</Application>
  <PresentationFormat>Personalizar</PresentationFormat>
  <Paragraphs>31</Paragraphs>
  <Slides>21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4</vt:i4>
      </vt:variant>
      <vt:variant>
        <vt:lpstr>Títulos de slides</vt:lpstr>
      </vt:variant>
      <vt:variant>
        <vt:i4>21</vt:i4>
      </vt:variant>
    </vt:vector>
  </HeadingPairs>
  <TitlesOfParts>
    <vt:vector size="29" baseType="lpstr">
      <vt:lpstr>Arial</vt:lpstr>
      <vt:lpstr>Calibri</vt:lpstr>
      <vt:lpstr>Calibri Light</vt:lpstr>
      <vt:lpstr>Wingdings</vt:lpstr>
      <vt:lpstr>PPTmal_UmoeV1</vt:lpstr>
      <vt:lpstr>Tema do Office</vt:lpstr>
      <vt:lpstr>1_Tema do Office</vt:lpstr>
      <vt:lpstr>1_PPTmal_UmoeV1</vt:lpstr>
      <vt:lpstr>Apresentação do PowerPoint</vt:lpstr>
      <vt:lpstr>Apresentação do PowerPoint</vt:lpstr>
      <vt:lpstr>Resumo</vt:lpstr>
      <vt:lpstr>Custo Fornecedor </vt:lpstr>
      <vt:lpstr>Opex ADM</vt:lpstr>
      <vt:lpstr>Opex IND</vt:lpstr>
      <vt:lpstr>Opex AGR Manutenção</vt:lpstr>
      <vt:lpstr>Opex AGR Operacional</vt:lpstr>
      <vt:lpstr>Opex GERAL</vt:lpstr>
      <vt:lpstr>Custo Operacional Formação</vt:lpstr>
      <vt:lpstr>Custo Operacional Preparo</vt:lpstr>
      <vt:lpstr>Custo Operacional Preparo – Grupo de Operações (Acumulado Fevereiro/26)</vt:lpstr>
      <vt:lpstr>Custo Operacional Plantio</vt:lpstr>
      <vt:lpstr>Custo Operacional Plantio – Grupo de Operações (Acumulado Fevereiro/26)</vt:lpstr>
      <vt:lpstr>Custo Operacional Tratos Cana Planta</vt:lpstr>
      <vt:lpstr>Custo Operacional Tratos Cana Planta – Grupo de Operações (Acum. Fevereiro/26)</vt:lpstr>
      <vt:lpstr>Custo Operacional Tratos Cana Soca</vt:lpstr>
      <vt:lpstr>Custo Operacional Tratos Cana Soca – Grupo de Operações (Acumulado Fevereiro/26)</vt:lpstr>
      <vt:lpstr>Custo Operacional CCT</vt:lpstr>
      <vt:lpstr>Custo Operacional CCT – Grupo de Operações (Acumulado Fevereiro/26)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Ronaldo Felipe da Costa</dc:creator>
  <dc:description>template by addpoint.no</dc:description>
  <cp:lastModifiedBy>Octávio Augusto Perrud</cp:lastModifiedBy>
  <cp:revision>506</cp:revision>
  <cp:lastPrinted>2015-06-28T13:26:02Z</cp:lastPrinted>
  <dcterms:created xsi:type="dcterms:W3CDTF">2015-05-12T13:27:14Z</dcterms:created>
  <dcterms:modified xsi:type="dcterms:W3CDTF">2026-03-17T14:38:06Z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 by">
    <vt:lpwstr>addpoint.no</vt:lpwstr>
  </property>
</Properties>
</file>