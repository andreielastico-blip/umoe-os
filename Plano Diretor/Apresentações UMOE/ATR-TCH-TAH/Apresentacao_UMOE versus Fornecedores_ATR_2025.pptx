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Relatório</a:t>
            </a:r>
            <a:r>
              <a:rPr dirty="0"/>
              <a:t> </a:t>
            </a:r>
            <a:r>
              <a:rPr dirty="0" err="1"/>
              <a:t>Executivo</a:t>
            </a:r>
            <a:r>
              <a:rPr dirty="0"/>
              <a:t> – Safra 2025 UMOE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Análise de ATR, Moagem e Impacto Econômico (Etanol R$ 2,80/L)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Oficial Safra 2025 (22526)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UMOE própria:</a:t>
            </a:r>
          </a:p>
          <a:p>
            <a:r>
              <a:t>Moagem: 2.313.671 t</a:t>
            </a:r>
          </a:p>
          <a:p>
            <a:r>
              <a:t>ATR: 139,18 kg/t</a:t>
            </a:r>
          </a:p>
          <a:p>
            <a:endParaRPr/>
          </a:p>
          <a:p>
            <a:r>
              <a:t>Fornecedores:</a:t>
            </a:r>
          </a:p>
          <a:p>
            <a:r>
              <a:t>Moagem: 455.220,65 t</a:t>
            </a:r>
          </a:p>
          <a:p>
            <a:r>
              <a:t>ATR: 141,95 kg/t</a:t>
            </a:r>
          </a:p>
          <a:p>
            <a:endParaRPr/>
          </a:p>
          <a:p>
            <a:r>
              <a:t>Total:</a:t>
            </a:r>
          </a:p>
          <a:p>
            <a:r>
              <a:t>Moagem: 2.768.892 t</a:t>
            </a:r>
          </a:p>
          <a:p>
            <a:r>
              <a:t>ATR: 139,64 kg/t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Validação Matemática do ATR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ATR total ponderado:</a:t>
            </a:r>
          </a:p>
          <a:p>
            <a:endParaRPr/>
          </a:p>
          <a:p>
            <a:r>
              <a:t>(139,18 × 2.313.671 + 141,95 × 455.220,65) / 2.768.892</a:t>
            </a:r>
          </a:p>
          <a:p>
            <a:endParaRPr/>
          </a:p>
          <a:p>
            <a:r>
              <a:t>Resultado:</a:t>
            </a:r>
          </a:p>
          <a:p>
            <a:r>
              <a:t>139,64 kg/t</a:t>
            </a:r>
          </a:p>
          <a:p>
            <a:endParaRPr/>
          </a:p>
          <a:p>
            <a:r>
              <a:t>✔ Base consistente e validada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Conversão Econômica do ATR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Preço etanol: R$ 2,80/L</a:t>
            </a:r>
          </a:p>
          <a:p>
            <a:r>
              <a:t>Fator: 0,633 L/kg ATR</a:t>
            </a:r>
          </a:p>
          <a:p>
            <a:endParaRPr/>
          </a:p>
          <a:p>
            <a:r>
              <a:t>Receita por kg ATR:</a:t>
            </a:r>
          </a:p>
          <a:p>
            <a:r>
              <a:t>R$ 1,7724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Receita por Tonelada de Cana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UMOE própria:</a:t>
            </a:r>
          </a:p>
          <a:p>
            <a:r>
              <a:t>R$ 246,73/t</a:t>
            </a:r>
          </a:p>
          <a:p>
            <a:endParaRPr/>
          </a:p>
          <a:p>
            <a:r>
              <a:t>Fornecedores:</a:t>
            </a:r>
          </a:p>
          <a:p>
            <a:r>
              <a:t>R$ 251,64/t</a:t>
            </a:r>
          </a:p>
          <a:p>
            <a:endParaRPr/>
          </a:p>
          <a:p>
            <a:r>
              <a:t>Diferença:</a:t>
            </a:r>
          </a:p>
          <a:p>
            <a:r>
              <a:t>R$ 4,91/t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Econômico do Gap de ATR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Diferença ATR:</a:t>
            </a:r>
          </a:p>
          <a:p>
            <a:r>
              <a:t>2,77 kg/t</a:t>
            </a:r>
          </a:p>
          <a:p>
            <a:endParaRPr/>
          </a:p>
          <a:p>
            <a:r>
              <a:t>Ganho por tonelada:</a:t>
            </a:r>
          </a:p>
          <a:p>
            <a:r>
              <a:t>R$ 4,91/t</a:t>
            </a:r>
          </a:p>
          <a:p>
            <a:endParaRPr/>
          </a:p>
          <a:p>
            <a:r>
              <a:t>Impacto total:</a:t>
            </a:r>
          </a:p>
          <a:p>
            <a:r>
              <a:t>R$ 11,36 milhões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Diagnóstico Estratégico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Cana própria abaixo do benchmark interno</a:t>
            </a:r>
          </a:p>
          <a:p>
            <a:endParaRPr/>
          </a:p>
          <a:p>
            <a:r>
              <a:t>Possíveis causas:</a:t>
            </a:r>
          </a:p>
          <a:p>
            <a:r>
              <a:t>- Idade elevada</a:t>
            </a:r>
          </a:p>
          <a:p>
            <a:r>
              <a:t>- Ambiente degradado</a:t>
            </a:r>
          </a:p>
          <a:p>
            <a:r>
              <a:t>- Variedades inadequadas</a:t>
            </a:r>
          </a:p>
          <a:p>
            <a:r>
              <a:t>- Manejo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Executivo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Fornecedores (16% moagem)</a:t>
            </a:r>
          </a:p>
          <a:p>
            <a:r>
              <a:t>puxam ATR da usina</a:t>
            </a:r>
          </a:p>
          <a:p>
            <a:endParaRPr/>
          </a:p>
          <a:p>
            <a:r>
              <a:t>Benchmark interno:</a:t>
            </a:r>
          </a:p>
          <a:p>
            <a:r>
              <a:t>141,95 kg/t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Diretrizes Estratégicas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 mínima: 141 kg/t</a:t>
            </a:r>
          </a:p>
          <a:p>
            <a:r>
              <a:t>Meta ideal: 145 kg/t</a:t>
            </a:r>
          </a:p>
          <a:p>
            <a:endParaRPr/>
          </a:p>
          <a:p>
            <a:r>
              <a:t>Ações:</a:t>
            </a:r>
          </a:p>
          <a:p>
            <a:r>
              <a:t>- Plano varietal</a:t>
            </a:r>
          </a:p>
          <a:p>
            <a:r>
              <a:t>- Renovação</a:t>
            </a:r>
          </a:p>
          <a:p>
            <a:r>
              <a:t>- Gestão por ambiente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Gap de ATR gera perda relevante</a:t>
            </a:r>
          </a:p>
          <a:p>
            <a:endParaRPr/>
          </a:p>
          <a:p>
            <a:r>
              <a:t>Prioridade:</a:t>
            </a:r>
          </a:p>
          <a:p>
            <a:r>
              <a:t>Elevar qualidade da cana própria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261</Words>
  <Application>Microsoft Office PowerPoint</Application>
  <PresentationFormat>Apresentação na tela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Relatório Executivo – Safra 2025 UMOE</vt:lpstr>
      <vt:lpstr>Base Oficial Safra 2025 (22526)</vt:lpstr>
      <vt:lpstr>Validação Matemática do ATR</vt:lpstr>
      <vt:lpstr>Conversão Econômica do ATR</vt:lpstr>
      <vt:lpstr>Receita por Tonelada de Cana</vt:lpstr>
      <vt:lpstr>Impacto Econômico do Gap de ATR</vt:lpstr>
      <vt:lpstr>Diagnóstico Estratégico</vt:lpstr>
      <vt:lpstr>Insight Executivo</vt:lpstr>
      <vt:lpstr>Diretrizes Estratégicas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Andrei de Matos Elastico</dc:creator>
  <cp:keywords/>
  <dc:description>generated using python-pptx</dc:description>
  <cp:lastModifiedBy>Andrei de Matos Elastico</cp:lastModifiedBy>
  <cp:revision>1</cp:revision>
  <dcterms:created xsi:type="dcterms:W3CDTF">2013-01-27T09:14:16Z</dcterms:created>
  <dcterms:modified xsi:type="dcterms:W3CDTF">2026-03-17T12:59:11Z</dcterms:modified>
  <cp:category/>
</cp:coreProperties>
</file>