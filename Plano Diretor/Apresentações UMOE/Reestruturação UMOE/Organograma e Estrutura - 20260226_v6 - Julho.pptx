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69" r:id="rId2"/>
    <p:sldId id="271" r:id="rId3"/>
    <p:sldId id="272" r:id="rId4"/>
    <p:sldId id="273" r:id="rId5"/>
    <p:sldId id="274" r:id="rId6"/>
    <p:sldId id="275" r:id="rId7"/>
    <p:sldId id="270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TXVedY1KQfU4/pGU8TyB00cZk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2978" autoAdjust="0"/>
  </p:normalViewPr>
  <p:slideViewPr>
    <p:cSldViewPr snapToGrid="0">
      <p:cViewPr varScale="1">
        <p:scale>
          <a:sx n="83" d="100"/>
          <a:sy n="83" d="100"/>
        </p:scale>
        <p:origin x="9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8" Type="http://schemas.openxmlformats.org/officeDocument/2006/relationships/viewProps" Target="viewProps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rton Passarini" userId="f8d0f1b3-17b2-4237-9d9d-e3051eab8207" providerId="ADAL" clId="{5CB7F86F-9082-449D-9561-B12C6EE5E7E0}"/>
    <pc:docChg chg="undo custSel delSld modSld">
      <pc:chgData name="Everton Passarini" userId="f8d0f1b3-17b2-4237-9d9d-e3051eab8207" providerId="ADAL" clId="{5CB7F86F-9082-449D-9561-B12C6EE5E7E0}" dt="2026-06-03T19:44:18.272" v="239" actId="478"/>
      <pc:docMkLst>
        <pc:docMk/>
      </pc:docMkLst>
      <pc:sldChg chg="addSp delSp modSp mod addAnim delAnim modAnim">
        <pc:chgData name="Everton Passarini" userId="f8d0f1b3-17b2-4237-9d9d-e3051eab8207" providerId="ADAL" clId="{5CB7F86F-9082-449D-9561-B12C6EE5E7E0}" dt="2026-06-03T19:37:55.849" v="186"/>
        <pc:sldMkLst>
          <pc:docMk/>
          <pc:sldMk cId="3591011409" sldId="271"/>
        </pc:sldMkLst>
        <pc:spChg chg="mod">
          <ac:chgData name="Everton Passarini" userId="f8d0f1b3-17b2-4237-9d9d-e3051eab8207" providerId="ADAL" clId="{5CB7F86F-9082-449D-9561-B12C6EE5E7E0}" dt="2026-06-03T13:26:21.769" v="142" actId="465"/>
          <ac:spMkLst>
            <pc:docMk/>
            <pc:sldMk cId="3591011409" sldId="271"/>
            <ac:spMk id="17" creationId="{A2A2DFE2-3030-2E47-C941-54BA306B92F9}"/>
          </ac:spMkLst>
        </pc:spChg>
        <pc:spChg chg="del">
          <ac:chgData name="Everton Passarini" userId="f8d0f1b3-17b2-4237-9d9d-e3051eab8207" providerId="ADAL" clId="{5CB7F86F-9082-449D-9561-B12C6EE5E7E0}" dt="2026-06-03T13:23:47.979" v="126" actId="478"/>
          <ac:spMkLst>
            <pc:docMk/>
            <pc:sldMk cId="3591011409" sldId="271"/>
            <ac:spMk id="50" creationId="{1C3FBAAD-03F7-245C-407F-1760C253FDB7}"/>
          </ac:spMkLst>
        </pc:spChg>
        <pc:spChg chg="mod">
          <ac:chgData name="Everton Passarini" userId="f8d0f1b3-17b2-4237-9d9d-e3051eab8207" providerId="ADAL" clId="{5CB7F86F-9082-449D-9561-B12C6EE5E7E0}" dt="2026-06-03T13:26:21.769" v="142" actId="465"/>
          <ac:spMkLst>
            <pc:docMk/>
            <pc:sldMk cId="3591011409" sldId="271"/>
            <ac:spMk id="52" creationId="{6031F7AD-B841-BA45-3D40-3ACCDFDC3A31}"/>
          </ac:spMkLst>
        </pc:spChg>
        <pc:spChg chg="mod">
          <ac:chgData name="Everton Passarini" userId="f8d0f1b3-17b2-4237-9d9d-e3051eab8207" providerId="ADAL" clId="{5CB7F86F-9082-449D-9561-B12C6EE5E7E0}" dt="2026-06-03T13:26:21.769" v="142" actId="465"/>
          <ac:spMkLst>
            <pc:docMk/>
            <pc:sldMk cId="3591011409" sldId="271"/>
            <ac:spMk id="54" creationId="{5A7C20D3-A520-A453-7749-986D279EC63E}"/>
          </ac:spMkLst>
        </pc:spChg>
        <pc:spChg chg="mod">
          <ac:chgData name="Everton Passarini" userId="f8d0f1b3-17b2-4237-9d9d-e3051eab8207" providerId="ADAL" clId="{5CB7F86F-9082-449D-9561-B12C6EE5E7E0}" dt="2026-06-03T13:26:21.769" v="142" actId="465"/>
          <ac:spMkLst>
            <pc:docMk/>
            <pc:sldMk cId="3591011409" sldId="271"/>
            <ac:spMk id="56" creationId="{29D8E54A-04A5-17E0-A261-ED3151782BFA}"/>
          </ac:spMkLst>
        </pc:spChg>
        <pc:grpChg chg="add del">
          <ac:chgData name="Everton Passarini" userId="f8d0f1b3-17b2-4237-9d9d-e3051eab8207" providerId="ADAL" clId="{5CB7F86F-9082-449D-9561-B12C6EE5E7E0}" dt="2026-06-03T13:23:44.379" v="125" actId="478"/>
          <ac:grpSpMkLst>
            <pc:docMk/>
            <pc:sldMk cId="3591011409" sldId="271"/>
            <ac:grpSpMk id="18" creationId="{AD0C471B-EC80-3BDB-3474-C9BA6457FB9B}"/>
          </ac:grpSpMkLst>
        </pc:grpChg>
        <pc:picChg chg="add del mod">
          <ac:chgData name="Everton Passarini" userId="f8d0f1b3-17b2-4237-9d9d-e3051eab8207" providerId="ADAL" clId="{5CB7F86F-9082-449D-9561-B12C6EE5E7E0}" dt="2026-06-03T19:31:19.179" v="153" actId="478"/>
          <ac:picMkLst>
            <pc:docMk/>
            <pc:sldMk cId="3591011409" sldId="271"/>
            <ac:picMk id="4" creationId="{CCA93520-B3FE-4A1C-AA4F-EBF86483DCCC}"/>
          </ac:picMkLst>
        </pc:picChg>
        <pc:picChg chg="add del mod">
          <ac:chgData name="Everton Passarini" userId="f8d0f1b3-17b2-4237-9d9d-e3051eab8207" providerId="ADAL" clId="{5CB7F86F-9082-449D-9561-B12C6EE5E7E0}" dt="2026-06-03T19:37:33.618" v="180" actId="478"/>
          <ac:picMkLst>
            <pc:docMk/>
            <pc:sldMk cId="3591011409" sldId="271"/>
            <ac:picMk id="5" creationId="{F3BBE85B-C8C3-4722-707C-2666CAFFC451}"/>
          </ac:picMkLst>
        </pc:picChg>
        <pc:picChg chg="del">
          <ac:chgData name="Everton Passarini" userId="f8d0f1b3-17b2-4237-9d9d-e3051eab8207" providerId="ADAL" clId="{5CB7F86F-9082-449D-9561-B12C6EE5E7E0}" dt="2026-06-03T13:24:27.473" v="132" actId="478"/>
          <ac:picMkLst>
            <pc:docMk/>
            <pc:sldMk cId="3591011409" sldId="271"/>
            <ac:picMk id="5" creationId="{F9BC30F2-C422-982B-2528-6E2447299C00}"/>
          </ac:picMkLst>
        </pc:picChg>
        <pc:picChg chg="add mod">
          <ac:chgData name="Everton Passarini" userId="f8d0f1b3-17b2-4237-9d9d-e3051eab8207" providerId="ADAL" clId="{5CB7F86F-9082-449D-9561-B12C6EE5E7E0}" dt="2026-06-03T19:32:51.066" v="164" actId="1076"/>
          <ac:picMkLst>
            <pc:docMk/>
            <pc:sldMk cId="3591011409" sldId="271"/>
            <ac:picMk id="11" creationId="{B5D01FF5-20B9-0D61-7B0F-2FB125934B9B}"/>
          </ac:picMkLst>
        </pc:picChg>
        <pc:picChg chg="del">
          <ac:chgData name="Everton Passarini" userId="f8d0f1b3-17b2-4237-9d9d-e3051eab8207" providerId="ADAL" clId="{5CB7F86F-9082-449D-9561-B12C6EE5E7E0}" dt="2026-06-03T13:23:55.271" v="128" actId="478"/>
          <ac:picMkLst>
            <pc:docMk/>
            <pc:sldMk cId="3591011409" sldId="271"/>
            <ac:picMk id="11" creationId="{FBB3509E-4226-C60E-10E8-BE5EB8F2F9CD}"/>
          </ac:picMkLst>
        </pc:picChg>
        <pc:picChg chg="del">
          <ac:chgData name="Everton Passarini" userId="f8d0f1b3-17b2-4237-9d9d-e3051eab8207" providerId="ADAL" clId="{5CB7F86F-9082-449D-9561-B12C6EE5E7E0}" dt="2026-06-03T13:23:41.869" v="123" actId="478"/>
          <ac:picMkLst>
            <pc:docMk/>
            <pc:sldMk cId="3591011409" sldId="271"/>
            <ac:picMk id="12" creationId="{53461577-9ABE-179E-DC14-3F71EE28D113}"/>
          </ac:picMkLst>
        </pc:picChg>
        <pc:picChg chg="mod">
          <ac:chgData name="Everton Passarini" userId="f8d0f1b3-17b2-4237-9d9d-e3051eab8207" providerId="ADAL" clId="{5CB7F86F-9082-449D-9561-B12C6EE5E7E0}" dt="2026-06-03T13:26:58.685" v="145" actId="1076"/>
          <ac:picMkLst>
            <pc:docMk/>
            <pc:sldMk cId="3591011409" sldId="271"/>
            <ac:picMk id="14" creationId="{ABD551FB-B30F-CC11-E8E1-E38B8DF67B3F}"/>
          </ac:picMkLst>
        </pc:picChg>
        <pc:picChg chg="add mod">
          <ac:chgData name="Everton Passarini" userId="f8d0f1b3-17b2-4237-9d9d-e3051eab8207" providerId="ADAL" clId="{5CB7F86F-9082-449D-9561-B12C6EE5E7E0}" dt="2026-06-03T19:33:34.824" v="169" actId="1076"/>
          <ac:picMkLst>
            <pc:docMk/>
            <pc:sldMk cId="3591011409" sldId="271"/>
            <ac:picMk id="15" creationId="{2C6BA658-57AB-A0D8-9FC4-780173A77CFD}"/>
          </ac:picMkLst>
        </pc:picChg>
        <pc:picChg chg="del">
          <ac:chgData name="Everton Passarini" userId="f8d0f1b3-17b2-4237-9d9d-e3051eab8207" providerId="ADAL" clId="{5CB7F86F-9082-449D-9561-B12C6EE5E7E0}" dt="2026-06-03T13:23:15.019" v="119" actId="478"/>
          <ac:picMkLst>
            <pc:docMk/>
            <pc:sldMk cId="3591011409" sldId="271"/>
            <ac:picMk id="15" creationId="{31345C47-6D0A-E951-DDA2-A707E5885AA4}"/>
          </ac:picMkLst>
        </pc:picChg>
        <pc:picChg chg="mod">
          <ac:chgData name="Everton Passarini" userId="f8d0f1b3-17b2-4237-9d9d-e3051eab8207" providerId="ADAL" clId="{5CB7F86F-9082-449D-9561-B12C6EE5E7E0}" dt="2026-06-03T19:34:08.858" v="173" actId="1076"/>
          <ac:picMkLst>
            <pc:docMk/>
            <pc:sldMk cId="3591011409" sldId="271"/>
            <ac:picMk id="16" creationId="{C13B0E28-E569-31E7-B7D9-BED3FA44B488}"/>
          </ac:picMkLst>
        </pc:picChg>
        <pc:picChg chg="add del mod">
          <ac:chgData name="Everton Passarini" userId="f8d0f1b3-17b2-4237-9d9d-e3051eab8207" providerId="ADAL" clId="{5CB7F86F-9082-449D-9561-B12C6EE5E7E0}" dt="2026-06-03T19:32:24.132" v="160" actId="478"/>
          <ac:picMkLst>
            <pc:docMk/>
            <pc:sldMk cId="3591011409" sldId="271"/>
            <ac:picMk id="19" creationId="{D784F261-A374-45BA-096B-6040D6872A13}"/>
          </ac:picMkLst>
        </pc:picChg>
        <pc:picChg chg="add del">
          <ac:chgData name="Everton Passarini" userId="f8d0f1b3-17b2-4237-9d9d-e3051eab8207" providerId="ADAL" clId="{5CB7F86F-9082-449D-9561-B12C6EE5E7E0}" dt="2026-06-03T13:07:30.188" v="14" actId="478"/>
          <ac:picMkLst>
            <pc:docMk/>
            <pc:sldMk cId="3591011409" sldId="271"/>
            <ac:picMk id="21" creationId="{A693AB3D-7BFF-9655-6AB9-65E557D9829D}"/>
          </ac:picMkLst>
        </pc:picChg>
        <pc:picChg chg="add mod">
          <ac:chgData name="Everton Passarini" userId="f8d0f1b3-17b2-4237-9d9d-e3051eab8207" providerId="ADAL" clId="{5CB7F86F-9082-449D-9561-B12C6EE5E7E0}" dt="2026-06-03T19:34:02.792" v="172" actId="1076"/>
          <ac:picMkLst>
            <pc:docMk/>
            <pc:sldMk cId="3591011409" sldId="271"/>
            <ac:picMk id="28" creationId="{168E24A4-289B-D912-BB15-F29698D62157}"/>
          </ac:picMkLst>
        </pc:picChg>
        <pc:picChg chg="add del mod">
          <ac:chgData name="Everton Passarini" userId="f8d0f1b3-17b2-4237-9d9d-e3051eab8207" providerId="ADAL" clId="{5CB7F86F-9082-449D-9561-B12C6EE5E7E0}" dt="2026-06-03T19:33:16.812" v="166" actId="478"/>
          <ac:picMkLst>
            <pc:docMk/>
            <pc:sldMk cId="3591011409" sldId="271"/>
            <ac:picMk id="30" creationId="{4EB9C0AC-3FFC-D773-6214-CDBF2AB6DAE1}"/>
          </ac:picMkLst>
        </pc:picChg>
        <pc:picChg chg="del">
          <ac:chgData name="Everton Passarini" userId="f8d0f1b3-17b2-4237-9d9d-e3051eab8207" providerId="ADAL" clId="{5CB7F86F-9082-449D-9561-B12C6EE5E7E0}" dt="2026-06-03T13:22:46.116" v="114" actId="478"/>
          <ac:picMkLst>
            <pc:docMk/>
            <pc:sldMk cId="3591011409" sldId="271"/>
            <ac:picMk id="31" creationId="{79447D9D-8231-63CC-1EAF-C4BDA11AB6DB}"/>
          </ac:picMkLst>
        </pc:picChg>
        <pc:picChg chg="add mod">
          <ac:chgData name="Everton Passarini" userId="f8d0f1b3-17b2-4237-9d9d-e3051eab8207" providerId="ADAL" clId="{5CB7F86F-9082-449D-9561-B12C6EE5E7E0}" dt="2026-06-03T19:37:42.896" v="183" actId="12788"/>
          <ac:picMkLst>
            <pc:docMk/>
            <pc:sldMk cId="3591011409" sldId="271"/>
            <ac:picMk id="33" creationId="{C414ED76-2235-4BCF-8C11-F8ECC78FB7E6}"/>
          </ac:picMkLst>
        </pc:picChg>
        <pc:picChg chg="add mod">
          <ac:chgData name="Everton Passarini" userId="f8d0f1b3-17b2-4237-9d9d-e3051eab8207" providerId="ADAL" clId="{5CB7F86F-9082-449D-9561-B12C6EE5E7E0}" dt="2026-06-03T13:27:04.561" v="146" actId="1076"/>
          <ac:picMkLst>
            <pc:docMk/>
            <pc:sldMk cId="3591011409" sldId="271"/>
            <ac:picMk id="34" creationId="{97282DE4-8CB2-061A-FD60-CC22668BB340}"/>
          </ac:picMkLst>
        </pc:picChg>
        <pc:picChg chg="del">
          <ac:chgData name="Everton Passarini" userId="f8d0f1b3-17b2-4237-9d9d-e3051eab8207" providerId="ADAL" clId="{5CB7F86F-9082-449D-9561-B12C6EE5E7E0}" dt="2026-06-03T13:06:10.311" v="1" actId="478"/>
          <ac:picMkLst>
            <pc:docMk/>
            <pc:sldMk cId="3591011409" sldId="271"/>
            <ac:picMk id="39" creationId="{094FD293-351F-B7AA-895E-7CF04C54EAAF}"/>
          </ac:picMkLst>
        </pc:picChg>
        <pc:picChg chg="add mod">
          <ac:chgData name="Everton Passarini" userId="f8d0f1b3-17b2-4237-9d9d-e3051eab8207" providerId="ADAL" clId="{5CB7F86F-9082-449D-9561-B12C6EE5E7E0}" dt="2026-06-03T13:26:52.947" v="144" actId="1076"/>
          <ac:picMkLst>
            <pc:docMk/>
            <pc:sldMk cId="3591011409" sldId="271"/>
            <ac:picMk id="40" creationId="{FC30865E-ACFA-5072-9E80-DE029E4B253C}"/>
          </ac:picMkLst>
        </pc:picChg>
        <pc:picChg chg="add del mod">
          <ac:chgData name="Everton Passarini" userId="f8d0f1b3-17b2-4237-9d9d-e3051eab8207" providerId="ADAL" clId="{5CB7F86F-9082-449D-9561-B12C6EE5E7E0}" dt="2026-06-03T19:33:13.273" v="165" actId="478"/>
          <ac:picMkLst>
            <pc:docMk/>
            <pc:sldMk cId="3591011409" sldId="271"/>
            <ac:picMk id="42" creationId="{D0C8A2CE-6E23-2E03-D8CB-62928DEE5438}"/>
          </ac:picMkLst>
        </pc:picChg>
        <pc:cxnChg chg="mod">
          <ac:chgData name="Everton Passarini" userId="f8d0f1b3-17b2-4237-9d9d-e3051eab8207" providerId="ADAL" clId="{5CB7F86F-9082-449D-9561-B12C6EE5E7E0}" dt="2026-06-03T13:26:46.698" v="143" actId="465"/>
          <ac:cxnSpMkLst>
            <pc:docMk/>
            <pc:sldMk cId="3591011409" sldId="271"/>
            <ac:cxnSpMk id="13" creationId="{B0073212-0CC4-66BB-800A-DF83E997CC13}"/>
          </ac:cxnSpMkLst>
        </pc:cxnChg>
        <pc:cxnChg chg="del">
          <ac:chgData name="Everton Passarini" userId="f8d0f1b3-17b2-4237-9d9d-e3051eab8207" providerId="ADAL" clId="{5CB7F86F-9082-449D-9561-B12C6EE5E7E0}" dt="2026-06-03T13:23:49.955" v="127" actId="478"/>
          <ac:cxnSpMkLst>
            <pc:docMk/>
            <pc:sldMk cId="3591011409" sldId="271"/>
            <ac:cxnSpMk id="49" creationId="{D0CC3CC6-B5BE-90B4-8C50-D93AC8868149}"/>
          </ac:cxnSpMkLst>
        </pc:cxnChg>
        <pc:cxnChg chg="mod">
          <ac:chgData name="Everton Passarini" userId="f8d0f1b3-17b2-4237-9d9d-e3051eab8207" providerId="ADAL" clId="{5CB7F86F-9082-449D-9561-B12C6EE5E7E0}" dt="2026-06-03T13:26:46.698" v="143" actId="465"/>
          <ac:cxnSpMkLst>
            <pc:docMk/>
            <pc:sldMk cId="3591011409" sldId="271"/>
            <ac:cxnSpMk id="51" creationId="{50473CF1-58A7-05F5-477C-C12ECCEC1A08}"/>
          </ac:cxnSpMkLst>
        </pc:cxnChg>
        <pc:cxnChg chg="mod">
          <ac:chgData name="Everton Passarini" userId="f8d0f1b3-17b2-4237-9d9d-e3051eab8207" providerId="ADAL" clId="{5CB7F86F-9082-449D-9561-B12C6EE5E7E0}" dt="2026-06-03T13:26:46.698" v="143" actId="465"/>
          <ac:cxnSpMkLst>
            <pc:docMk/>
            <pc:sldMk cId="3591011409" sldId="271"/>
            <ac:cxnSpMk id="53" creationId="{FB8DE4BE-8C11-7DEE-1C00-6683276141C1}"/>
          </ac:cxnSpMkLst>
        </pc:cxnChg>
        <pc:cxnChg chg="mod">
          <ac:chgData name="Everton Passarini" userId="f8d0f1b3-17b2-4237-9d9d-e3051eab8207" providerId="ADAL" clId="{5CB7F86F-9082-449D-9561-B12C6EE5E7E0}" dt="2026-06-03T13:26:46.698" v="143" actId="465"/>
          <ac:cxnSpMkLst>
            <pc:docMk/>
            <pc:sldMk cId="3591011409" sldId="271"/>
            <ac:cxnSpMk id="55" creationId="{12F913CF-E631-B21D-B5CE-3C4FB590E417}"/>
          </ac:cxnSpMkLst>
        </pc:cxnChg>
      </pc:sldChg>
      <pc:sldChg chg="addSp delSp modSp mod addAnim delAnim modAnim">
        <pc:chgData name="Everton Passarini" userId="f8d0f1b3-17b2-4237-9d9d-e3051eab8207" providerId="ADAL" clId="{5CB7F86F-9082-449D-9561-B12C6EE5E7E0}" dt="2026-06-03T19:40:30.903" v="212"/>
        <pc:sldMkLst>
          <pc:docMk/>
          <pc:sldMk cId="352192447" sldId="272"/>
        </pc:sldMkLst>
        <pc:picChg chg="del">
          <ac:chgData name="Everton Passarini" userId="f8d0f1b3-17b2-4237-9d9d-e3051eab8207" providerId="ADAL" clId="{5CB7F86F-9082-449D-9561-B12C6EE5E7E0}" dt="2026-06-03T13:08:17.439" v="21" actId="478"/>
          <ac:picMkLst>
            <pc:docMk/>
            <pc:sldMk cId="352192447" sldId="272"/>
            <ac:picMk id="3" creationId="{774FA161-8202-6EA5-8335-0E6103C93FC9}"/>
          </ac:picMkLst>
        </pc:picChg>
        <pc:picChg chg="add mod">
          <ac:chgData name="Everton Passarini" userId="f8d0f1b3-17b2-4237-9d9d-e3051eab8207" providerId="ADAL" clId="{5CB7F86F-9082-449D-9561-B12C6EE5E7E0}" dt="2026-06-03T19:38:41.275" v="193" actId="12788"/>
          <ac:picMkLst>
            <pc:docMk/>
            <pc:sldMk cId="352192447" sldId="272"/>
            <ac:picMk id="4" creationId="{281C8A8B-C644-10CC-1A42-598CE8EE142B}"/>
          </ac:picMkLst>
        </pc:picChg>
        <pc:picChg chg="mod">
          <ac:chgData name="Everton Passarini" userId="f8d0f1b3-17b2-4237-9d9d-e3051eab8207" providerId="ADAL" clId="{5CB7F86F-9082-449D-9561-B12C6EE5E7E0}" dt="2026-06-03T19:39:40.608" v="201" actId="1076"/>
          <ac:picMkLst>
            <pc:docMk/>
            <pc:sldMk cId="352192447" sldId="272"/>
            <ac:picMk id="5" creationId="{6C61E861-5B24-AD7A-3806-2F24DCFFA11E}"/>
          </ac:picMkLst>
        </pc:picChg>
        <pc:picChg chg="del">
          <ac:chgData name="Everton Passarini" userId="f8d0f1b3-17b2-4237-9d9d-e3051eab8207" providerId="ADAL" clId="{5CB7F86F-9082-449D-9561-B12C6EE5E7E0}" dt="2026-06-03T13:09:46.750" v="30" actId="478"/>
          <ac:picMkLst>
            <pc:docMk/>
            <pc:sldMk cId="352192447" sldId="272"/>
            <ac:picMk id="6" creationId="{A61AB63D-4ABA-4325-E1FB-6D163F04E4C3}"/>
          </ac:picMkLst>
        </pc:picChg>
        <pc:picChg chg="add mod">
          <ac:chgData name="Everton Passarini" userId="f8d0f1b3-17b2-4237-9d9d-e3051eab8207" providerId="ADAL" clId="{5CB7F86F-9082-449D-9561-B12C6EE5E7E0}" dt="2026-06-03T19:39:31.596" v="200" actId="1076"/>
          <ac:picMkLst>
            <pc:docMk/>
            <pc:sldMk cId="352192447" sldId="272"/>
            <ac:picMk id="7" creationId="{23E5F561-886E-05B8-FAD8-B1287D989721}"/>
          </ac:picMkLst>
        </pc:picChg>
        <pc:picChg chg="del">
          <ac:chgData name="Everton Passarini" userId="f8d0f1b3-17b2-4237-9d9d-e3051eab8207" providerId="ADAL" clId="{5CB7F86F-9082-449D-9561-B12C6EE5E7E0}" dt="2026-06-03T13:09:25.046" v="27" actId="478"/>
          <ac:picMkLst>
            <pc:docMk/>
            <pc:sldMk cId="352192447" sldId="272"/>
            <ac:picMk id="7" creationId="{CE68C1DC-CC0E-046B-BB96-05FD829F0974}"/>
          </ac:picMkLst>
        </pc:picChg>
        <pc:picChg chg="mod">
          <ac:chgData name="Everton Passarini" userId="f8d0f1b3-17b2-4237-9d9d-e3051eab8207" providerId="ADAL" clId="{5CB7F86F-9082-449D-9561-B12C6EE5E7E0}" dt="2026-06-03T19:39:45.036" v="202" actId="1076"/>
          <ac:picMkLst>
            <pc:docMk/>
            <pc:sldMk cId="352192447" sldId="272"/>
            <ac:picMk id="8" creationId="{140D6591-1116-47DE-540E-E8A824C39D3E}"/>
          </ac:picMkLst>
        </pc:picChg>
        <pc:picChg chg="add del mod">
          <ac:chgData name="Everton Passarini" userId="f8d0f1b3-17b2-4237-9d9d-e3051eab8207" providerId="ADAL" clId="{5CB7F86F-9082-449D-9561-B12C6EE5E7E0}" dt="2026-06-03T19:38:06.335" v="187" actId="478"/>
          <ac:picMkLst>
            <pc:docMk/>
            <pc:sldMk cId="352192447" sldId="272"/>
            <ac:picMk id="9" creationId="{13F3EEE4-EE23-0B4D-1D0B-EA87E2715D09}"/>
          </ac:picMkLst>
        </pc:picChg>
        <pc:picChg chg="add del mod">
          <ac:chgData name="Everton Passarini" userId="f8d0f1b3-17b2-4237-9d9d-e3051eab8207" providerId="ADAL" clId="{5CB7F86F-9082-449D-9561-B12C6EE5E7E0}" dt="2026-06-03T19:38:26.260" v="190" actId="478"/>
          <ac:picMkLst>
            <pc:docMk/>
            <pc:sldMk cId="352192447" sldId="272"/>
            <ac:picMk id="11" creationId="{DA2C1984-037D-6AC8-AE33-F1489B030A1E}"/>
          </ac:picMkLst>
        </pc:picChg>
        <pc:picChg chg="add mod">
          <ac:chgData name="Everton Passarini" userId="f8d0f1b3-17b2-4237-9d9d-e3051eab8207" providerId="ADAL" clId="{5CB7F86F-9082-449D-9561-B12C6EE5E7E0}" dt="2026-06-03T19:39:55.971" v="205" actId="1076"/>
          <ac:picMkLst>
            <pc:docMk/>
            <pc:sldMk cId="352192447" sldId="272"/>
            <ac:picMk id="12" creationId="{C214015F-7DF7-2F98-A023-A6E604619973}"/>
          </ac:picMkLst>
        </pc:picChg>
        <pc:picChg chg="add mod">
          <ac:chgData name="Everton Passarini" userId="f8d0f1b3-17b2-4237-9d9d-e3051eab8207" providerId="ADAL" clId="{5CB7F86F-9082-449D-9561-B12C6EE5E7E0}" dt="2026-06-03T19:39:47.726" v="203" actId="1076"/>
          <ac:picMkLst>
            <pc:docMk/>
            <pc:sldMk cId="352192447" sldId="272"/>
            <ac:picMk id="13" creationId="{EA3794A7-65E2-3B2C-4E61-16B403F3F8B0}"/>
          </ac:picMkLst>
        </pc:picChg>
        <pc:picChg chg="add mod">
          <ac:chgData name="Everton Passarini" userId="f8d0f1b3-17b2-4237-9d9d-e3051eab8207" providerId="ADAL" clId="{5CB7F86F-9082-449D-9561-B12C6EE5E7E0}" dt="2026-06-03T19:39:50.657" v="204" actId="1076"/>
          <ac:picMkLst>
            <pc:docMk/>
            <pc:sldMk cId="352192447" sldId="272"/>
            <ac:picMk id="15" creationId="{9EA88C3C-A6AF-D70D-767F-15AD0B617981}"/>
          </ac:picMkLst>
        </pc:picChg>
        <pc:picChg chg="del">
          <ac:chgData name="Everton Passarini" userId="f8d0f1b3-17b2-4237-9d9d-e3051eab8207" providerId="ADAL" clId="{5CB7F86F-9082-449D-9561-B12C6EE5E7E0}" dt="2026-06-03T19:39:16.407" v="197" actId="478"/>
          <ac:picMkLst>
            <pc:docMk/>
            <pc:sldMk cId="352192447" sldId="272"/>
            <ac:picMk id="19" creationId="{84F29B35-8FC4-9590-09B2-898219B9AFE3}"/>
          </ac:picMkLst>
        </pc:picChg>
        <pc:picChg chg="del">
          <ac:chgData name="Everton Passarini" userId="f8d0f1b3-17b2-4237-9d9d-e3051eab8207" providerId="ADAL" clId="{5CB7F86F-9082-449D-9561-B12C6EE5E7E0}" dt="2026-06-03T19:38:58.183" v="194" actId="478"/>
          <ac:picMkLst>
            <pc:docMk/>
            <pc:sldMk cId="352192447" sldId="272"/>
            <ac:picMk id="21" creationId="{14FB114B-36AB-C755-6653-DD70A2230DF1}"/>
          </ac:picMkLst>
        </pc:picChg>
        <pc:picChg chg="mod">
          <ac:chgData name="Everton Passarini" userId="f8d0f1b3-17b2-4237-9d9d-e3051eab8207" providerId="ADAL" clId="{5CB7F86F-9082-449D-9561-B12C6EE5E7E0}" dt="2026-06-03T19:39:58.031" v="206" actId="1076"/>
          <ac:picMkLst>
            <pc:docMk/>
            <pc:sldMk cId="352192447" sldId="272"/>
            <ac:picMk id="22" creationId="{21C6B955-F654-6403-BE82-AD1AD9807A4D}"/>
          </ac:picMkLst>
        </pc:picChg>
      </pc:sldChg>
      <pc:sldChg chg="addSp delSp modSp mod addAnim delAnim modAnim">
        <pc:chgData name="Everton Passarini" userId="f8d0f1b3-17b2-4237-9d9d-e3051eab8207" providerId="ADAL" clId="{5CB7F86F-9082-449D-9561-B12C6EE5E7E0}" dt="2026-06-03T19:41:12.735" v="215"/>
        <pc:sldMkLst>
          <pc:docMk/>
          <pc:sldMk cId="1753850550" sldId="273"/>
        </pc:sldMkLst>
        <pc:picChg chg="add mod">
          <ac:chgData name="Everton Passarini" userId="f8d0f1b3-17b2-4237-9d9d-e3051eab8207" providerId="ADAL" clId="{5CB7F86F-9082-449D-9561-B12C6EE5E7E0}" dt="2026-06-03T19:41:09.147" v="214"/>
          <ac:picMkLst>
            <pc:docMk/>
            <pc:sldMk cId="1753850550" sldId="273"/>
            <ac:picMk id="3" creationId="{8CFAA8D8-0FEB-F912-D589-5584EF1533D8}"/>
          </ac:picMkLst>
        </pc:picChg>
        <pc:picChg chg="del">
          <ac:chgData name="Everton Passarini" userId="f8d0f1b3-17b2-4237-9d9d-e3051eab8207" providerId="ADAL" clId="{5CB7F86F-9082-449D-9561-B12C6EE5E7E0}" dt="2026-06-03T13:11:13.785" v="41" actId="478"/>
          <ac:picMkLst>
            <pc:docMk/>
            <pc:sldMk cId="1753850550" sldId="273"/>
            <ac:picMk id="3" creationId="{B2EAFDE4-64D1-7119-219E-4A22BACD72F7}"/>
          </ac:picMkLst>
        </pc:picChg>
        <pc:picChg chg="add del mod">
          <ac:chgData name="Everton Passarini" userId="f8d0f1b3-17b2-4237-9d9d-e3051eab8207" providerId="ADAL" clId="{5CB7F86F-9082-449D-9561-B12C6EE5E7E0}" dt="2026-06-03T19:41:03.842" v="213" actId="478"/>
          <ac:picMkLst>
            <pc:docMk/>
            <pc:sldMk cId="1753850550" sldId="273"/>
            <ac:picMk id="5" creationId="{B5751AA0-9851-2B01-1D68-08D8216522A2}"/>
          </ac:picMkLst>
        </pc:picChg>
        <pc:picChg chg="del">
          <ac:chgData name="Everton Passarini" userId="f8d0f1b3-17b2-4237-9d9d-e3051eab8207" providerId="ADAL" clId="{5CB7F86F-9082-449D-9561-B12C6EE5E7E0}" dt="2026-06-03T13:13:14.315" v="43" actId="478"/>
          <ac:picMkLst>
            <pc:docMk/>
            <pc:sldMk cId="1753850550" sldId="273"/>
            <ac:picMk id="6" creationId="{C1D93481-8DBC-6C96-4F5B-5B36898F0EFC}"/>
          </ac:picMkLst>
        </pc:picChg>
        <pc:picChg chg="del">
          <ac:chgData name="Everton Passarini" userId="f8d0f1b3-17b2-4237-9d9d-e3051eab8207" providerId="ADAL" clId="{5CB7F86F-9082-449D-9561-B12C6EE5E7E0}" dt="2026-06-03T13:13:14.315" v="43" actId="478"/>
          <ac:picMkLst>
            <pc:docMk/>
            <pc:sldMk cId="1753850550" sldId="273"/>
            <ac:picMk id="7" creationId="{8A7047B5-CC97-59D8-A75B-867817ECBAAA}"/>
          </ac:picMkLst>
        </pc:picChg>
        <pc:picChg chg="del">
          <ac:chgData name="Everton Passarini" userId="f8d0f1b3-17b2-4237-9d9d-e3051eab8207" providerId="ADAL" clId="{5CB7F86F-9082-449D-9561-B12C6EE5E7E0}" dt="2026-06-03T13:13:14.315" v="43" actId="478"/>
          <ac:picMkLst>
            <pc:docMk/>
            <pc:sldMk cId="1753850550" sldId="273"/>
            <ac:picMk id="9" creationId="{D0722860-5159-0DDB-1EE4-A19EB75E6E3C}"/>
          </ac:picMkLst>
        </pc:picChg>
        <pc:picChg chg="del">
          <ac:chgData name="Everton Passarini" userId="f8d0f1b3-17b2-4237-9d9d-e3051eab8207" providerId="ADAL" clId="{5CB7F86F-9082-449D-9561-B12C6EE5E7E0}" dt="2026-06-03T13:13:14.315" v="43" actId="478"/>
          <ac:picMkLst>
            <pc:docMk/>
            <pc:sldMk cId="1753850550" sldId="273"/>
            <ac:picMk id="10" creationId="{82FEB792-1DD3-8A97-6E71-59801DC47317}"/>
          </ac:picMkLst>
        </pc:picChg>
        <pc:picChg chg="del">
          <ac:chgData name="Everton Passarini" userId="f8d0f1b3-17b2-4237-9d9d-e3051eab8207" providerId="ADAL" clId="{5CB7F86F-9082-449D-9561-B12C6EE5E7E0}" dt="2026-06-03T13:13:14.315" v="43" actId="478"/>
          <ac:picMkLst>
            <pc:docMk/>
            <pc:sldMk cId="1753850550" sldId="273"/>
            <ac:picMk id="11" creationId="{7104FEE4-04EC-119F-D364-F45B97FF16EF}"/>
          </ac:picMkLst>
        </pc:picChg>
        <pc:picChg chg="add del mod">
          <ac:chgData name="Everton Passarini" userId="f8d0f1b3-17b2-4237-9d9d-e3051eab8207" providerId="ADAL" clId="{5CB7F86F-9082-449D-9561-B12C6EE5E7E0}" dt="2026-06-03T13:24:51.326" v="136" actId="478"/>
          <ac:picMkLst>
            <pc:docMk/>
            <pc:sldMk cId="1753850550" sldId="273"/>
            <ac:picMk id="12" creationId="{9C86C1F2-B732-8CA5-4520-93A6819A3FC8}"/>
          </ac:picMkLst>
        </pc:picChg>
        <pc:picChg chg="del">
          <ac:chgData name="Everton Passarini" userId="f8d0f1b3-17b2-4237-9d9d-e3051eab8207" providerId="ADAL" clId="{5CB7F86F-9082-449D-9561-B12C6EE5E7E0}" dt="2026-06-03T13:13:14.315" v="43" actId="478"/>
          <ac:picMkLst>
            <pc:docMk/>
            <pc:sldMk cId="1753850550" sldId="273"/>
            <ac:picMk id="13" creationId="{ABF9AE19-8C0E-CBD8-B99E-DC015B0FC82C}"/>
          </ac:picMkLst>
        </pc:picChg>
        <pc:picChg chg="add mod">
          <ac:chgData name="Everton Passarini" userId="f8d0f1b3-17b2-4237-9d9d-e3051eab8207" providerId="ADAL" clId="{5CB7F86F-9082-449D-9561-B12C6EE5E7E0}" dt="2026-06-03T13:14:30.173" v="55" actId="1076"/>
          <ac:picMkLst>
            <pc:docMk/>
            <pc:sldMk cId="1753850550" sldId="273"/>
            <ac:picMk id="15" creationId="{151CF1FA-D8B2-1B60-87D3-554C430F6088}"/>
          </ac:picMkLst>
        </pc:picChg>
        <pc:picChg chg="add mod">
          <ac:chgData name="Everton Passarini" userId="f8d0f1b3-17b2-4237-9d9d-e3051eab8207" providerId="ADAL" clId="{5CB7F86F-9082-449D-9561-B12C6EE5E7E0}" dt="2026-06-03T13:14:32.281" v="56" actId="1076"/>
          <ac:picMkLst>
            <pc:docMk/>
            <pc:sldMk cId="1753850550" sldId="273"/>
            <ac:picMk id="17" creationId="{4C07C55B-07A1-F7FA-F8F6-958B8A31E2F2}"/>
          </ac:picMkLst>
        </pc:picChg>
        <pc:picChg chg="add mod">
          <ac:chgData name="Everton Passarini" userId="f8d0f1b3-17b2-4237-9d9d-e3051eab8207" providerId="ADAL" clId="{5CB7F86F-9082-449D-9561-B12C6EE5E7E0}" dt="2026-06-03T13:14:34.321" v="57" actId="1076"/>
          <ac:picMkLst>
            <pc:docMk/>
            <pc:sldMk cId="1753850550" sldId="273"/>
            <ac:picMk id="19" creationId="{2D31CAEF-2EBF-35F2-D2EC-478A08887163}"/>
          </ac:picMkLst>
        </pc:picChg>
        <pc:picChg chg="add mod">
          <ac:chgData name="Everton Passarini" userId="f8d0f1b3-17b2-4237-9d9d-e3051eab8207" providerId="ADAL" clId="{5CB7F86F-9082-449D-9561-B12C6EE5E7E0}" dt="2026-06-03T13:14:24.050" v="54" actId="1076"/>
          <ac:picMkLst>
            <pc:docMk/>
            <pc:sldMk cId="1753850550" sldId="273"/>
            <ac:picMk id="21" creationId="{8469EEAE-3FB3-14D3-AB57-22A352D0DB15}"/>
          </ac:picMkLst>
        </pc:picChg>
        <pc:picChg chg="add mod">
          <ac:chgData name="Everton Passarini" userId="f8d0f1b3-17b2-4237-9d9d-e3051eab8207" providerId="ADAL" clId="{5CB7F86F-9082-449D-9561-B12C6EE5E7E0}" dt="2026-06-03T13:25:03.394" v="138" actId="1076"/>
          <ac:picMkLst>
            <pc:docMk/>
            <pc:sldMk cId="1753850550" sldId="273"/>
            <ac:picMk id="24" creationId="{D7FFA230-3CC5-173F-7EF1-BDD873B8C22B}"/>
          </ac:picMkLst>
        </pc:picChg>
      </pc:sldChg>
      <pc:sldChg chg="addSp delSp modSp mod addAnim delAnim modAnim">
        <pc:chgData name="Everton Passarini" userId="f8d0f1b3-17b2-4237-9d9d-e3051eab8207" providerId="ADAL" clId="{5CB7F86F-9082-449D-9561-B12C6EE5E7E0}" dt="2026-06-03T19:42:31.742" v="221" actId="1076"/>
        <pc:sldMkLst>
          <pc:docMk/>
          <pc:sldMk cId="5167735" sldId="274"/>
        </pc:sldMkLst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3" creationId="{2B9035C8-205E-99F6-BCE7-057CD4E4FDE2}"/>
          </ac:picMkLst>
        </pc:picChg>
        <pc:picChg chg="add mod">
          <ac:chgData name="Everton Passarini" userId="f8d0f1b3-17b2-4237-9d9d-e3051eab8207" providerId="ADAL" clId="{5CB7F86F-9082-449D-9561-B12C6EE5E7E0}" dt="2026-06-03T19:42:31.742" v="221" actId="1076"/>
          <ac:picMkLst>
            <pc:docMk/>
            <pc:sldMk cId="5167735" sldId="274"/>
            <ac:picMk id="3" creationId="{61A5A9EE-E65B-433C-0D7C-2458F9D9B3B5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4" creationId="{F9BADA74-DD3A-02BF-091A-6EA5A60F22B0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5" creationId="{6236D28A-CF89-2E08-B2C2-B9A4CE778E95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6" creationId="{573CAA48-4F29-C1ED-7362-61F0654BDDFF}"/>
          </ac:picMkLst>
        </pc:picChg>
        <pc:picChg chg="add del mod">
          <ac:chgData name="Everton Passarini" userId="f8d0f1b3-17b2-4237-9d9d-e3051eab8207" providerId="ADAL" clId="{5CB7F86F-9082-449D-9561-B12C6EE5E7E0}" dt="2026-06-03T19:41:53.728" v="216" actId="478"/>
          <ac:picMkLst>
            <pc:docMk/>
            <pc:sldMk cId="5167735" sldId="274"/>
            <ac:picMk id="8" creationId="{3FF37BE8-7DB3-0649-FBC7-4C357D6BEB5B}"/>
          </ac:picMkLst>
        </pc:picChg>
        <pc:picChg chg="add mod">
          <ac:chgData name="Everton Passarini" userId="f8d0f1b3-17b2-4237-9d9d-e3051eab8207" providerId="ADAL" clId="{5CB7F86F-9082-449D-9561-B12C6EE5E7E0}" dt="2026-06-03T13:18:32.589" v="85" actId="14100"/>
          <ac:picMkLst>
            <pc:docMk/>
            <pc:sldMk cId="5167735" sldId="274"/>
            <ac:picMk id="10" creationId="{DCDF0580-6FA1-3A69-A048-7F77F1569893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11" creationId="{EDA4CF98-0A41-4998-16D0-A62F68F51EBF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12" creationId="{47186A78-F52F-F955-FFC2-CB34940F6241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13" creationId="{BF1034BA-D541-CF37-12CB-A23504DF57DD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14" creationId="{BCC5911A-009C-FB87-CF79-FD20883F840B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15" creationId="{5B393A57-C31D-25F2-6762-1AEC232A212F}"/>
          </ac:picMkLst>
        </pc:picChg>
        <pc:picChg chg="del">
          <ac:chgData name="Everton Passarini" userId="f8d0f1b3-17b2-4237-9d9d-e3051eab8207" providerId="ADAL" clId="{5CB7F86F-9082-449D-9561-B12C6EE5E7E0}" dt="2026-06-03T13:15:31.623" v="60" actId="478"/>
          <ac:picMkLst>
            <pc:docMk/>
            <pc:sldMk cId="5167735" sldId="274"/>
            <ac:picMk id="16" creationId="{938D7BB8-5667-0EE6-5D12-161447AFC619}"/>
          </ac:picMkLst>
        </pc:picChg>
        <pc:picChg chg="add mod">
          <ac:chgData name="Everton Passarini" userId="f8d0f1b3-17b2-4237-9d9d-e3051eab8207" providerId="ADAL" clId="{5CB7F86F-9082-449D-9561-B12C6EE5E7E0}" dt="2026-06-03T13:18:55.012" v="88" actId="1076"/>
          <ac:picMkLst>
            <pc:docMk/>
            <pc:sldMk cId="5167735" sldId="274"/>
            <ac:picMk id="18" creationId="{C8D1DFA2-DDE0-DDB3-E4B0-E83E77F61CF1}"/>
          </ac:picMkLst>
        </pc:picChg>
        <pc:picChg chg="add mod">
          <ac:chgData name="Everton Passarini" userId="f8d0f1b3-17b2-4237-9d9d-e3051eab8207" providerId="ADAL" clId="{5CB7F86F-9082-449D-9561-B12C6EE5E7E0}" dt="2026-06-03T13:18:41.217" v="86" actId="553"/>
          <ac:picMkLst>
            <pc:docMk/>
            <pc:sldMk cId="5167735" sldId="274"/>
            <ac:picMk id="20" creationId="{24796484-658E-5FF3-1608-C141D2A6F244}"/>
          </ac:picMkLst>
        </pc:picChg>
        <pc:picChg chg="add mod">
          <ac:chgData name="Everton Passarini" userId="f8d0f1b3-17b2-4237-9d9d-e3051eab8207" providerId="ADAL" clId="{5CB7F86F-9082-449D-9561-B12C6EE5E7E0}" dt="2026-06-03T13:18:32.589" v="85" actId="14100"/>
          <ac:picMkLst>
            <pc:docMk/>
            <pc:sldMk cId="5167735" sldId="274"/>
            <ac:picMk id="22" creationId="{2CC01BDA-E8A9-E983-14E5-BF2158E2DCDB}"/>
          </ac:picMkLst>
        </pc:picChg>
        <pc:picChg chg="add mod">
          <ac:chgData name="Everton Passarini" userId="f8d0f1b3-17b2-4237-9d9d-e3051eab8207" providerId="ADAL" clId="{5CB7F86F-9082-449D-9561-B12C6EE5E7E0}" dt="2026-06-03T13:18:32.589" v="85" actId="14100"/>
          <ac:picMkLst>
            <pc:docMk/>
            <pc:sldMk cId="5167735" sldId="274"/>
            <ac:picMk id="25" creationId="{E6CBE186-18EE-653F-90F1-319C985985ED}"/>
          </ac:picMkLst>
        </pc:picChg>
        <pc:picChg chg="add del">
          <ac:chgData name="Everton Passarini" userId="f8d0f1b3-17b2-4237-9d9d-e3051eab8207" providerId="ADAL" clId="{5CB7F86F-9082-449D-9561-B12C6EE5E7E0}" dt="2026-06-03T13:18:10.562" v="82" actId="22"/>
          <ac:picMkLst>
            <pc:docMk/>
            <pc:sldMk cId="5167735" sldId="274"/>
            <ac:picMk id="27" creationId="{578EBA05-EA0F-C291-38E0-7BDC830FE544}"/>
          </ac:picMkLst>
        </pc:picChg>
        <pc:picChg chg="add mod">
          <ac:chgData name="Everton Passarini" userId="f8d0f1b3-17b2-4237-9d9d-e3051eab8207" providerId="ADAL" clId="{5CB7F86F-9082-449D-9561-B12C6EE5E7E0}" dt="2026-06-03T13:18:57.096" v="89" actId="1076"/>
          <ac:picMkLst>
            <pc:docMk/>
            <pc:sldMk cId="5167735" sldId="274"/>
            <ac:picMk id="29" creationId="{3CDE02D0-2AF5-5F1E-FD88-AC2F37CCF70A}"/>
          </ac:picMkLst>
        </pc:picChg>
        <pc:picChg chg="add mod">
          <ac:chgData name="Everton Passarini" userId="f8d0f1b3-17b2-4237-9d9d-e3051eab8207" providerId="ADAL" clId="{5CB7F86F-9082-449D-9561-B12C6EE5E7E0}" dt="2026-06-03T13:19:13.138" v="92" actId="1076"/>
          <ac:picMkLst>
            <pc:docMk/>
            <pc:sldMk cId="5167735" sldId="274"/>
            <ac:picMk id="31" creationId="{1C165439-9ED5-434A-2A9C-1BF11CAC3E30}"/>
          </ac:picMkLst>
        </pc:picChg>
        <pc:picChg chg="add mod">
          <ac:chgData name="Everton Passarini" userId="f8d0f1b3-17b2-4237-9d9d-e3051eab8207" providerId="ADAL" clId="{5CB7F86F-9082-449D-9561-B12C6EE5E7E0}" dt="2026-06-03T13:19:27.671" v="95" actId="1076"/>
          <ac:picMkLst>
            <pc:docMk/>
            <pc:sldMk cId="5167735" sldId="274"/>
            <ac:picMk id="33" creationId="{212FCEDB-BA4D-9B40-CEBF-70892129E4F1}"/>
          </ac:picMkLst>
        </pc:picChg>
        <pc:picChg chg="add mod">
          <ac:chgData name="Everton Passarini" userId="f8d0f1b3-17b2-4237-9d9d-e3051eab8207" providerId="ADAL" clId="{5CB7F86F-9082-449D-9561-B12C6EE5E7E0}" dt="2026-06-03T13:19:42.312" v="98" actId="1076"/>
          <ac:picMkLst>
            <pc:docMk/>
            <pc:sldMk cId="5167735" sldId="274"/>
            <ac:picMk id="35" creationId="{465D56DC-610B-A5AE-9B49-4EDF24A51C52}"/>
          </ac:picMkLst>
        </pc:picChg>
      </pc:sldChg>
      <pc:sldChg chg="addSp delSp modSp mod addAnim delAnim modAnim">
        <pc:chgData name="Everton Passarini" userId="f8d0f1b3-17b2-4237-9d9d-e3051eab8207" providerId="ADAL" clId="{5CB7F86F-9082-449D-9561-B12C6EE5E7E0}" dt="2026-06-03T19:44:18.272" v="239" actId="478"/>
        <pc:sldMkLst>
          <pc:docMk/>
          <pc:sldMk cId="3802053757" sldId="275"/>
        </pc:sldMkLst>
        <pc:picChg chg="add mod">
          <ac:chgData name="Everton Passarini" userId="f8d0f1b3-17b2-4237-9d9d-e3051eab8207" providerId="ADAL" clId="{5CB7F86F-9082-449D-9561-B12C6EE5E7E0}" dt="2026-06-03T19:42:37.138" v="223"/>
          <ac:picMkLst>
            <pc:docMk/>
            <pc:sldMk cId="3802053757" sldId="275"/>
            <ac:picMk id="3" creationId="{B1E7F813-22E6-5B37-1D62-79FB8D8DDFD8}"/>
          </ac:picMkLst>
        </pc:picChg>
        <pc:picChg chg="del">
          <ac:chgData name="Everton Passarini" userId="f8d0f1b3-17b2-4237-9d9d-e3051eab8207" providerId="ADAL" clId="{5CB7F86F-9082-449D-9561-B12C6EE5E7E0}" dt="2026-06-03T13:19:52.506" v="99" actId="478"/>
          <ac:picMkLst>
            <pc:docMk/>
            <pc:sldMk cId="3802053757" sldId="275"/>
            <ac:picMk id="4" creationId="{E35AB913-D8B5-A735-9500-02093621C9F8}"/>
          </ac:picMkLst>
        </pc:picChg>
        <pc:picChg chg="add mod">
          <ac:chgData name="Everton Passarini" userId="f8d0f1b3-17b2-4237-9d9d-e3051eab8207" providerId="ADAL" clId="{5CB7F86F-9082-449D-9561-B12C6EE5E7E0}" dt="2026-06-03T19:43:01.076" v="227" actId="1076"/>
          <ac:picMkLst>
            <pc:docMk/>
            <pc:sldMk cId="3802053757" sldId="275"/>
            <ac:picMk id="5" creationId="{109297EC-EC3D-FB56-E36B-4E26B9032FB8}"/>
          </ac:picMkLst>
        </pc:picChg>
        <pc:picChg chg="del">
          <ac:chgData name="Everton Passarini" userId="f8d0f1b3-17b2-4237-9d9d-e3051eab8207" providerId="ADAL" clId="{5CB7F86F-9082-449D-9561-B12C6EE5E7E0}" dt="2026-06-03T13:19:52.506" v="99" actId="478"/>
          <ac:picMkLst>
            <pc:docMk/>
            <pc:sldMk cId="3802053757" sldId="275"/>
            <ac:picMk id="5" creationId="{74C91B42-142D-3FF9-6797-E911164CA3B9}"/>
          </ac:picMkLst>
        </pc:picChg>
        <pc:picChg chg="add del mod">
          <ac:chgData name="Everton Passarini" userId="f8d0f1b3-17b2-4237-9d9d-e3051eab8207" providerId="ADAL" clId="{5CB7F86F-9082-449D-9561-B12C6EE5E7E0}" dt="2026-06-03T19:42:36.266" v="222" actId="478"/>
          <ac:picMkLst>
            <pc:docMk/>
            <pc:sldMk cId="3802053757" sldId="275"/>
            <ac:picMk id="6" creationId="{354AD601-97F6-03BF-B987-0C644C0115A0}"/>
          </ac:picMkLst>
        </pc:picChg>
        <pc:picChg chg="del">
          <ac:chgData name="Everton Passarini" userId="f8d0f1b3-17b2-4237-9d9d-e3051eab8207" providerId="ADAL" clId="{5CB7F86F-9082-449D-9561-B12C6EE5E7E0}" dt="2026-06-03T13:19:52.506" v="99" actId="478"/>
          <ac:picMkLst>
            <pc:docMk/>
            <pc:sldMk cId="3802053757" sldId="275"/>
            <ac:picMk id="7" creationId="{86D4F0EF-5D0F-8C83-F9C1-383B249AE98B}"/>
          </ac:picMkLst>
        </pc:picChg>
        <pc:picChg chg="add mod">
          <ac:chgData name="Everton Passarini" userId="f8d0f1b3-17b2-4237-9d9d-e3051eab8207" providerId="ADAL" clId="{5CB7F86F-9082-449D-9561-B12C6EE5E7E0}" dt="2026-06-03T19:43:39.683" v="231" actId="1076"/>
          <ac:picMkLst>
            <pc:docMk/>
            <pc:sldMk cId="3802053757" sldId="275"/>
            <ac:picMk id="8" creationId="{66BEF860-0D1F-4B75-CE16-16D368938137}"/>
          </ac:picMkLst>
        </pc:picChg>
        <pc:picChg chg="add del mod">
          <ac:chgData name="Everton Passarini" userId="f8d0f1b3-17b2-4237-9d9d-e3051eab8207" providerId="ADAL" clId="{5CB7F86F-9082-449D-9561-B12C6EE5E7E0}" dt="2026-06-03T19:42:44.261" v="225" actId="478"/>
          <ac:picMkLst>
            <pc:docMk/>
            <pc:sldMk cId="3802053757" sldId="275"/>
            <ac:picMk id="9" creationId="{9C0088F8-5B84-B1AC-D5FF-EA6C45057C70}"/>
          </ac:picMkLst>
        </pc:picChg>
        <pc:picChg chg="del">
          <ac:chgData name="Everton Passarini" userId="f8d0f1b3-17b2-4237-9d9d-e3051eab8207" providerId="ADAL" clId="{5CB7F86F-9082-449D-9561-B12C6EE5E7E0}" dt="2026-06-03T13:19:52.506" v="99" actId="478"/>
          <ac:picMkLst>
            <pc:docMk/>
            <pc:sldMk cId="3802053757" sldId="275"/>
            <ac:picMk id="10" creationId="{2445389A-97C5-9292-A599-D56D56837523}"/>
          </ac:picMkLst>
        </pc:picChg>
        <pc:picChg chg="add mod">
          <ac:chgData name="Everton Passarini" userId="f8d0f1b3-17b2-4237-9d9d-e3051eab8207" providerId="ADAL" clId="{5CB7F86F-9082-449D-9561-B12C6EE5E7E0}" dt="2026-06-03T19:43:59.320" v="235" actId="1076"/>
          <ac:picMkLst>
            <pc:docMk/>
            <pc:sldMk cId="3802053757" sldId="275"/>
            <ac:picMk id="11" creationId="{86944AD6-1A78-DD0A-211F-D4E3CEDCB8F3}"/>
          </ac:picMkLst>
        </pc:picChg>
        <pc:picChg chg="del">
          <ac:chgData name="Everton Passarini" userId="f8d0f1b3-17b2-4237-9d9d-e3051eab8207" providerId="ADAL" clId="{5CB7F86F-9082-449D-9561-B12C6EE5E7E0}" dt="2026-06-03T13:19:52.506" v="99" actId="478"/>
          <ac:picMkLst>
            <pc:docMk/>
            <pc:sldMk cId="3802053757" sldId="275"/>
            <ac:picMk id="12" creationId="{274FEA6F-2162-E3FA-11C6-7344CDD015F0}"/>
          </ac:picMkLst>
        </pc:picChg>
        <pc:picChg chg="add del mod">
          <ac:chgData name="Everton Passarini" userId="f8d0f1b3-17b2-4237-9d9d-e3051eab8207" providerId="ADAL" clId="{5CB7F86F-9082-449D-9561-B12C6EE5E7E0}" dt="2026-06-03T19:43:35.232" v="229" actId="478"/>
          <ac:picMkLst>
            <pc:docMk/>
            <pc:sldMk cId="3802053757" sldId="275"/>
            <ac:picMk id="13" creationId="{9F6F4FFB-55F4-C3C2-C0CB-CFC71950CC0B}"/>
          </ac:picMkLst>
        </pc:picChg>
        <pc:picChg chg="add mod">
          <ac:chgData name="Everton Passarini" userId="f8d0f1b3-17b2-4237-9d9d-e3051eab8207" providerId="ADAL" clId="{5CB7F86F-9082-449D-9561-B12C6EE5E7E0}" dt="2026-06-03T19:44:16.976" v="238" actId="1076"/>
          <ac:picMkLst>
            <pc:docMk/>
            <pc:sldMk cId="3802053757" sldId="275"/>
            <ac:picMk id="14" creationId="{063DB19B-D3D1-1328-CE33-B5275CEB3BDC}"/>
          </ac:picMkLst>
        </pc:picChg>
        <pc:picChg chg="add del mod">
          <ac:chgData name="Everton Passarini" userId="f8d0f1b3-17b2-4237-9d9d-e3051eab8207" providerId="ADAL" clId="{5CB7F86F-9082-449D-9561-B12C6EE5E7E0}" dt="2026-06-03T19:44:03.704" v="236" actId="478"/>
          <ac:picMkLst>
            <pc:docMk/>
            <pc:sldMk cId="3802053757" sldId="275"/>
            <ac:picMk id="15" creationId="{2B82ADD7-4A63-C09F-C680-3F53404018EB}"/>
          </ac:picMkLst>
        </pc:picChg>
        <pc:picChg chg="add del mod">
          <ac:chgData name="Everton Passarini" userId="f8d0f1b3-17b2-4237-9d9d-e3051eab8207" providerId="ADAL" clId="{5CB7F86F-9082-449D-9561-B12C6EE5E7E0}" dt="2026-06-03T19:44:18.272" v="239" actId="478"/>
          <ac:picMkLst>
            <pc:docMk/>
            <pc:sldMk cId="3802053757" sldId="275"/>
            <ac:picMk id="17" creationId="{2F798E45-7A1E-125C-BA5C-B0D9C615D10E}"/>
          </ac:picMkLst>
        </pc:picChg>
      </pc:sldChg>
      <pc:sldChg chg="del">
        <pc:chgData name="Everton Passarini" userId="f8d0f1b3-17b2-4237-9d9d-e3051eab8207" providerId="ADAL" clId="{5CB7F86F-9082-449D-9561-B12C6EE5E7E0}" dt="2026-06-03T12:37:21.647" v="0" actId="47"/>
        <pc:sldMkLst>
          <pc:docMk/>
          <pc:sldMk cId="3569376800" sldId="276"/>
        </pc:sldMkLst>
      </pc:sldChg>
      <pc:sldChg chg="del">
        <pc:chgData name="Everton Passarini" userId="f8d0f1b3-17b2-4237-9d9d-e3051eab8207" providerId="ADAL" clId="{5CB7F86F-9082-449D-9561-B12C6EE5E7E0}" dt="2026-06-03T12:37:21.647" v="0" actId="47"/>
        <pc:sldMkLst>
          <pc:docMk/>
          <pc:sldMk cId="1339654278" sldId="277"/>
        </pc:sldMkLst>
      </pc:sldChg>
      <pc:sldChg chg="del">
        <pc:chgData name="Everton Passarini" userId="f8d0f1b3-17b2-4237-9d9d-e3051eab8207" providerId="ADAL" clId="{5CB7F86F-9082-449D-9561-B12C6EE5E7E0}" dt="2026-06-03T12:37:21.647" v="0" actId="47"/>
        <pc:sldMkLst>
          <pc:docMk/>
          <pc:sldMk cId="2084080995" sldId="278"/>
        </pc:sldMkLst>
      </pc:sldChg>
      <pc:sldChg chg="del">
        <pc:chgData name="Everton Passarini" userId="f8d0f1b3-17b2-4237-9d9d-e3051eab8207" providerId="ADAL" clId="{5CB7F86F-9082-449D-9561-B12C6EE5E7E0}" dt="2026-06-03T12:37:21.647" v="0" actId="47"/>
        <pc:sldMkLst>
          <pc:docMk/>
          <pc:sldMk cId="3099578955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DDA183A-A74A-8F70-1B3F-B795DC47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34AFBA0A-2091-D183-7366-0C5AA18BB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063ABD20-D2C7-FBAE-E1F4-ADD8B7410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97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8A119EE2-91D6-D352-4A81-8F8D48DB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1C6267D6-B154-8B1C-C1F7-6E7688896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19C00075-DBCB-C1DA-E9AC-EBCB8A5A8F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855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0094412B-27DD-8010-8FCF-7832EEB55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75679E4F-6262-4F72-0032-05EDAF886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525E4C32-535D-9660-E410-AA4F89817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139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F92955C-0304-A713-68CD-56D627CE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11CC98F8-A9D1-76AD-DBDE-6ED7D276A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0A82651B-C336-2E7B-20E3-3A775E1BA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756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1AA5B791-8DE1-53DB-554A-5225DD7F9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1594ACB4-1E8B-767C-92F6-6AC8772D7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0CD5D3B6-2029-74D8-30FA-11CE444D4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990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3" Type="http://schemas.openxmlformats.org/officeDocument/2006/relationships/image" Target="../media/image3.png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10" Type="http://schemas.openxmlformats.org/officeDocument/2006/relationships/image" Target="../media/image10.emf"/><Relationship Id="rId4" Type="http://schemas.openxmlformats.org/officeDocument/2006/relationships/image" Target="../media/image4.emf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3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18.emf"/><Relationship Id="rId10" Type="http://schemas.openxmlformats.org/officeDocument/2006/relationships/image" Target="../media/image22.emf"/><Relationship Id="rId4" Type="http://schemas.openxmlformats.org/officeDocument/2006/relationships/image" Target="../media/image17.emf"/><Relationship Id="rId9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3.png"/><Relationship Id="rId7" Type="http://schemas.openxmlformats.org/officeDocument/2006/relationships/image" Target="../media/image2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Relationship Id="rId9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image" Target="../media/image21.emf"/><Relationship Id="rId3" Type="http://schemas.openxmlformats.org/officeDocument/2006/relationships/image" Target="../media/image3.png"/><Relationship Id="rId7" Type="http://schemas.openxmlformats.org/officeDocument/2006/relationships/image" Target="../media/image31.emf"/><Relationship Id="rId12" Type="http://schemas.openxmlformats.org/officeDocument/2006/relationships/image" Target="../media/image3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11" Type="http://schemas.openxmlformats.org/officeDocument/2006/relationships/image" Target="../media/image35.emf"/><Relationship Id="rId5" Type="http://schemas.openxmlformats.org/officeDocument/2006/relationships/image" Target="../media/image29.emf"/><Relationship Id="rId10" Type="http://schemas.openxmlformats.org/officeDocument/2006/relationships/image" Target="../media/image34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image" Target="../media/image3.png"/><Relationship Id="rId7" Type="http://schemas.openxmlformats.org/officeDocument/2006/relationships/image" Target="../media/image3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15.emf"/><Relationship Id="rId4" Type="http://schemas.openxmlformats.org/officeDocument/2006/relationships/image" Target="../media/image2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4" descr="Ativo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9075" y="5405755"/>
            <a:ext cx="1161415" cy="122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B418095-7685-4D37-E4E9-7573082C8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772A0F1-0B5C-46BC-944A-C83A3039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90667955-A450-128B-E57D-A019EDA80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7" y="91961"/>
            <a:ext cx="10739121" cy="80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35C"/>
              </a:buClr>
              <a:buSzPts val="4700"/>
              <a:buNone/>
            </a:pPr>
            <a:r>
              <a:rPr lang="pt-BR" sz="4700" b="1" dirty="0">
                <a:solidFill>
                  <a:srgbClr val="00B35C"/>
                </a:solidFill>
                <a:latin typeface="Metric" panose="02000000000000000000" pitchFamily="2" charset="0"/>
                <a:ea typeface="Arial"/>
                <a:cs typeface="Arial"/>
                <a:sym typeface="Arial"/>
              </a:rPr>
              <a:t>Organograma e Estrutura Agrícola</a:t>
            </a:r>
            <a:endParaRPr sz="4700" b="1" dirty="0">
              <a:solidFill>
                <a:srgbClr val="00B35C"/>
              </a:solidFill>
              <a:latin typeface="Metric" panose="020000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95;p11" descr="Ícone&#10;&#10;Descrição gerada automaticamente">
            <a:extLst>
              <a:ext uri="{FF2B5EF4-FFF2-40B4-BE49-F238E27FC236}">
                <a16:creationId xmlns:a16="http://schemas.microsoft.com/office/drawing/2014/main" id="{57FA5FE6-DB7A-FE3C-5581-43BB2F9230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24666" y="0"/>
            <a:ext cx="767334" cy="80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433A10B-EFF1-9549-D11E-02481B5C0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11" y="2524359"/>
            <a:ext cx="2880000" cy="53252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4A54644-594B-46CB-F297-C7FEC1180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9896" y="2522162"/>
            <a:ext cx="2880000" cy="5325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73F8963-5592-A1A5-A518-FD03C1369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11" y="3237664"/>
            <a:ext cx="2880000" cy="333645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2E00BB2-E593-4AAD-4452-261748ABC7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9896" y="3229784"/>
            <a:ext cx="2880000" cy="67381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BD551FB-B30F-CC11-E8E1-E38B8DF67B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029" y="4069030"/>
            <a:ext cx="2880000" cy="49602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C13B0E28-E569-31E7-B7D9-BED3FA44B4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0029" y="5586976"/>
            <a:ext cx="2880000" cy="496028"/>
          </a:xfrm>
          <a:prstGeom prst="rect">
            <a:avLst/>
          </a:prstGeom>
        </p:spPr>
      </p:pic>
      <p:sp>
        <p:nvSpPr>
          <p:cNvPr id="60" name="CaixaDeTexto 59">
            <a:extLst>
              <a:ext uri="{FF2B5EF4-FFF2-40B4-BE49-F238E27FC236}">
                <a16:creationId xmlns:a16="http://schemas.microsoft.com/office/drawing/2014/main" id="{54C4E6A4-51B5-2390-1EB7-3C417159C030}"/>
              </a:ext>
            </a:extLst>
          </p:cNvPr>
          <p:cNvSpPr txBox="1"/>
          <p:nvPr/>
        </p:nvSpPr>
        <p:spPr>
          <a:xfrm>
            <a:off x="11239495" y="901925"/>
            <a:ext cx="95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Ativo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RS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Reserva</a:t>
            </a:r>
            <a:b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D0C471B-EC80-3BDB-3474-C9BA6457FB9B}"/>
              </a:ext>
            </a:extLst>
          </p:cNvPr>
          <p:cNvGrpSpPr/>
          <p:nvPr/>
        </p:nvGrpSpPr>
        <p:grpSpPr>
          <a:xfrm>
            <a:off x="8171685" y="2261062"/>
            <a:ext cx="328394" cy="4415665"/>
            <a:chOff x="7531606" y="2261062"/>
            <a:chExt cx="328394" cy="4415665"/>
          </a:xfrm>
        </p:grpSpPr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5505E6AF-2469-BD23-EF9C-6D4CE6D51418}"/>
                </a:ext>
              </a:extLst>
            </p:cNvPr>
            <p:cNvGrpSpPr/>
            <p:nvPr/>
          </p:nvGrpSpPr>
          <p:grpSpPr>
            <a:xfrm>
              <a:off x="7531606" y="2261062"/>
              <a:ext cx="328394" cy="4415665"/>
              <a:chOff x="7531606" y="2261062"/>
              <a:chExt cx="328394" cy="4415665"/>
            </a:xfrm>
          </p:grpSpPr>
          <p:cxnSp>
            <p:nvCxnSpPr>
              <p:cNvPr id="46" name="Conector reto 45">
                <a:extLst>
                  <a:ext uri="{FF2B5EF4-FFF2-40B4-BE49-F238E27FC236}">
                    <a16:creationId xmlns:a16="http://schemas.microsoft.com/office/drawing/2014/main" id="{0FCF9F48-F3BF-EDC4-3366-249F7AF3D4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1606" y="2261062"/>
                <a:ext cx="4394" cy="43325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Conector reto 46">
                <a:extLst>
                  <a:ext uri="{FF2B5EF4-FFF2-40B4-BE49-F238E27FC236}">
                    <a16:creationId xmlns:a16="http://schemas.microsoft.com/office/drawing/2014/main" id="{4FE4A478-3F92-3292-4B9D-E93BF6523EB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603606" y="2731925"/>
                <a:ext cx="0" cy="144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Fluxograma: Extrair 47">
                <a:extLst>
                  <a:ext uri="{FF2B5EF4-FFF2-40B4-BE49-F238E27FC236}">
                    <a16:creationId xmlns:a16="http://schemas.microsoft.com/office/drawing/2014/main" id="{B8430B87-15D6-DE77-0333-DF0EA736995A}"/>
                  </a:ext>
                </a:extLst>
              </p:cNvPr>
              <p:cNvSpPr/>
              <p:nvPr/>
            </p:nvSpPr>
            <p:spPr>
              <a:xfrm rot="5400000">
                <a:off x="7680000" y="2713925"/>
                <a:ext cx="180000" cy="180000"/>
              </a:xfrm>
              <a:prstGeom prst="flowChartExtra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51" name="Conector reto 50">
                <a:extLst>
                  <a:ext uri="{FF2B5EF4-FFF2-40B4-BE49-F238E27FC236}">
                    <a16:creationId xmlns:a16="http://schemas.microsoft.com/office/drawing/2014/main" id="{50473CF1-58A7-05F5-477C-C12ECCEC1A0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603606" y="4245045"/>
                <a:ext cx="0" cy="144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Fluxograma: Extrair 51">
                <a:extLst>
                  <a:ext uri="{FF2B5EF4-FFF2-40B4-BE49-F238E27FC236}">
                    <a16:creationId xmlns:a16="http://schemas.microsoft.com/office/drawing/2014/main" id="{6031F7AD-B841-BA45-3D40-3ACCDFDC3A31}"/>
                  </a:ext>
                </a:extLst>
              </p:cNvPr>
              <p:cNvSpPr/>
              <p:nvPr/>
            </p:nvSpPr>
            <p:spPr>
              <a:xfrm rot="5400000">
                <a:off x="7680000" y="4227045"/>
                <a:ext cx="180000" cy="180000"/>
              </a:xfrm>
              <a:prstGeom prst="flowChartExtra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53" name="Conector reto 52">
                <a:extLst>
                  <a:ext uri="{FF2B5EF4-FFF2-40B4-BE49-F238E27FC236}">
                    <a16:creationId xmlns:a16="http://schemas.microsoft.com/office/drawing/2014/main" id="{FB8DE4BE-8C11-7DEE-1C00-6683276141C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603606" y="5001605"/>
                <a:ext cx="0" cy="144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Fluxograma: Extrair 53">
                <a:extLst>
                  <a:ext uri="{FF2B5EF4-FFF2-40B4-BE49-F238E27FC236}">
                    <a16:creationId xmlns:a16="http://schemas.microsoft.com/office/drawing/2014/main" id="{5A7C20D3-A520-A453-7749-986D279EC63E}"/>
                  </a:ext>
                </a:extLst>
              </p:cNvPr>
              <p:cNvSpPr/>
              <p:nvPr/>
            </p:nvSpPr>
            <p:spPr>
              <a:xfrm rot="5400000">
                <a:off x="7680000" y="4983605"/>
                <a:ext cx="180000" cy="180000"/>
              </a:xfrm>
              <a:prstGeom prst="flowChartExtra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55" name="Conector reto 54">
                <a:extLst>
                  <a:ext uri="{FF2B5EF4-FFF2-40B4-BE49-F238E27FC236}">
                    <a16:creationId xmlns:a16="http://schemas.microsoft.com/office/drawing/2014/main" id="{12F913CF-E631-B21D-B5CE-3C4FB590E41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603606" y="5758165"/>
                <a:ext cx="0" cy="144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6" name="Fluxograma: Extrair 55">
                <a:extLst>
                  <a:ext uri="{FF2B5EF4-FFF2-40B4-BE49-F238E27FC236}">
                    <a16:creationId xmlns:a16="http://schemas.microsoft.com/office/drawing/2014/main" id="{29D8E54A-04A5-17E0-A261-ED3151782BFA}"/>
                  </a:ext>
                </a:extLst>
              </p:cNvPr>
              <p:cNvSpPr/>
              <p:nvPr/>
            </p:nvSpPr>
            <p:spPr>
              <a:xfrm rot="5400000">
                <a:off x="7680000" y="5740165"/>
                <a:ext cx="180000" cy="180000"/>
              </a:xfrm>
              <a:prstGeom prst="flowChartExtra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57" name="Conector reto 56">
                <a:extLst>
                  <a:ext uri="{FF2B5EF4-FFF2-40B4-BE49-F238E27FC236}">
                    <a16:creationId xmlns:a16="http://schemas.microsoft.com/office/drawing/2014/main" id="{9463BC74-A688-3FB8-C259-1DE288EF1D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603606" y="6514727"/>
                <a:ext cx="0" cy="144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Fluxograma: Extrair 57">
                <a:extLst>
                  <a:ext uri="{FF2B5EF4-FFF2-40B4-BE49-F238E27FC236}">
                    <a16:creationId xmlns:a16="http://schemas.microsoft.com/office/drawing/2014/main" id="{584EBEB7-2C41-4820-8D25-2D416CDB5A96}"/>
                  </a:ext>
                </a:extLst>
              </p:cNvPr>
              <p:cNvSpPr/>
              <p:nvPr/>
            </p:nvSpPr>
            <p:spPr>
              <a:xfrm rot="5400000">
                <a:off x="7680000" y="6496727"/>
                <a:ext cx="180000" cy="180000"/>
              </a:xfrm>
              <a:prstGeom prst="flowChartExtra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B0073212-0CC4-66BB-800A-DF83E997CC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603606" y="3488485"/>
              <a:ext cx="0" cy="144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Fluxograma: Extrair 16">
              <a:extLst>
                <a:ext uri="{FF2B5EF4-FFF2-40B4-BE49-F238E27FC236}">
                  <a16:creationId xmlns:a16="http://schemas.microsoft.com/office/drawing/2014/main" id="{A2A2DFE2-3030-2E47-C941-54BA306B92F9}"/>
                </a:ext>
              </a:extLst>
            </p:cNvPr>
            <p:cNvSpPr/>
            <p:nvPr/>
          </p:nvSpPr>
          <p:spPr>
            <a:xfrm rot="5400000">
              <a:off x="7680000" y="3470485"/>
              <a:ext cx="180000" cy="180000"/>
            </a:xfrm>
            <a:prstGeom prst="flowChartExtra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AAD579C6-7B64-AF8C-6941-38365BB591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8471" y="2511023"/>
            <a:ext cx="2880000" cy="532528"/>
          </a:xfrm>
          <a:prstGeom prst="rect">
            <a:avLst/>
          </a:prstGeom>
        </p:spPr>
      </p:pic>
      <p:grpSp>
        <p:nvGrpSpPr>
          <p:cNvPr id="38" name="Agrupar 37">
            <a:extLst>
              <a:ext uri="{FF2B5EF4-FFF2-40B4-BE49-F238E27FC236}">
                <a16:creationId xmlns:a16="http://schemas.microsoft.com/office/drawing/2014/main" id="{8156FDC5-DE38-2B6B-D200-5C0FC1C0F7B8}"/>
              </a:ext>
            </a:extLst>
          </p:cNvPr>
          <p:cNvGrpSpPr/>
          <p:nvPr/>
        </p:nvGrpSpPr>
        <p:grpSpPr>
          <a:xfrm>
            <a:off x="690935" y="1537392"/>
            <a:ext cx="6511520" cy="806190"/>
            <a:chOff x="690935" y="1537392"/>
            <a:chExt cx="6511520" cy="806190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8BE8C918-9781-0CBB-9131-6A8B593CE023}"/>
                </a:ext>
              </a:extLst>
            </p:cNvPr>
            <p:cNvGrpSpPr/>
            <p:nvPr/>
          </p:nvGrpSpPr>
          <p:grpSpPr>
            <a:xfrm>
              <a:off x="690935" y="1537392"/>
              <a:ext cx="6511520" cy="806190"/>
              <a:chOff x="690935" y="1537392"/>
              <a:chExt cx="6511520" cy="806190"/>
            </a:xfrm>
          </p:grpSpPr>
          <p:cxnSp>
            <p:nvCxnSpPr>
              <p:cNvPr id="20" name="Conector reto 19">
                <a:extLst>
                  <a:ext uri="{FF2B5EF4-FFF2-40B4-BE49-F238E27FC236}">
                    <a16:creationId xmlns:a16="http://schemas.microsoft.com/office/drawing/2014/main" id="{2AEC5D78-FAE2-17BE-3E8C-CD5D9A741E71}"/>
                  </a:ext>
                </a:extLst>
              </p:cNvPr>
              <p:cNvCxnSpPr/>
              <p:nvPr/>
            </p:nvCxnSpPr>
            <p:spPr>
              <a:xfrm>
                <a:off x="773777" y="1899112"/>
                <a:ext cx="626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Conector reto 21">
                <a:extLst>
                  <a:ext uri="{FF2B5EF4-FFF2-40B4-BE49-F238E27FC236}">
                    <a16:creationId xmlns:a16="http://schemas.microsoft.com/office/drawing/2014/main" id="{3E330144-F928-BA8F-3294-EA3CA81F4319}"/>
                  </a:ext>
                </a:extLst>
              </p:cNvPr>
              <p:cNvCxnSpPr/>
              <p:nvPr/>
            </p:nvCxnSpPr>
            <p:spPr>
              <a:xfrm>
                <a:off x="5295207" y="1537392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Fluxograma: Extrair 22">
                <a:extLst>
                  <a:ext uri="{FF2B5EF4-FFF2-40B4-BE49-F238E27FC236}">
                    <a16:creationId xmlns:a16="http://schemas.microsoft.com/office/drawing/2014/main" id="{ACB736DD-2722-07FA-01EA-D05734C13146}"/>
                  </a:ext>
                </a:extLst>
              </p:cNvPr>
              <p:cNvSpPr/>
              <p:nvPr/>
            </p:nvSpPr>
            <p:spPr>
              <a:xfrm rot="5400000">
                <a:off x="7022455" y="1808322"/>
                <a:ext cx="180000" cy="180000"/>
              </a:xfrm>
              <a:prstGeom prst="flowChartExtra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4" name="Fluxograma: Extrair 23">
                <a:extLst>
                  <a:ext uri="{FF2B5EF4-FFF2-40B4-BE49-F238E27FC236}">
                    <a16:creationId xmlns:a16="http://schemas.microsoft.com/office/drawing/2014/main" id="{B890330B-861D-D153-D67E-0949B1348DE1}"/>
                  </a:ext>
                </a:extLst>
              </p:cNvPr>
              <p:cNvSpPr/>
              <p:nvPr/>
            </p:nvSpPr>
            <p:spPr>
              <a:xfrm rot="10800000">
                <a:off x="3843660" y="2163582"/>
                <a:ext cx="180000" cy="180000"/>
              </a:xfrm>
              <a:prstGeom prst="flowChartExtra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25" name="Conector reto 24">
                <a:extLst>
                  <a:ext uri="{FF2B5EF4-FFF2-40B4-BE49-F238E27FC236}">
                    <a16:creationId xmlns:a16="http://schemas.microsoft.com/office/drawing/2014/main" id="{3C983B12-1424-EF6E-4CCC-2F1061436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9159" y="1900171"/>
                <a:ext cx="4503" cy="4434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Fluxograma: Extrair 25">
                <a:extLst>
                  <a:ext uri="{FF2B5EF4-FFF2-40B4-BE49-F238E27FC236}">
                    <a16:creationId xmlns:a16="http://schemas.microsoft.com/office/drawing/2014/main" id="{F1292EC6-F535-8177-BCE1-F5A173233188}"/>
                  </a:ext>
                </a:extLst>
              </p:cNvPr>
              <p:cNvSpPr/>
              <p:nvPr/>
            </p:nvSpPr>
            <p:spPr>
              <a:xfrm rot="10800000">
                <a:off x="690935" y="2163582"/>
                <a:ext cx="180000" cy="180000"/>
              </a:xfrm>
              <a:prstGeom prst="flowChartExtra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27" name="Conector reto 26">
                <a:extLst>
                  <a:ext uri="{FF2B5EF4-FFF2-40B4-BE49-F238E27FC236}">
                    <a16:creationId xmlns:a16="http://schemas.microsoft.com/office/drawing/2014/main" id="{5F58213F-868A-A5F7-E4DA-871212D3B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0935" y="1897272"/>
                <a:ext cx="0" cy="4463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6" name="Fluxograma: Extrair 35">
              <a:extLst>
                <a:ext uri="{FF2B5EF4-FFF2-40B4-BE49-F238E27FC236}">
                  <a16:creationId xmlns:a16="http://schemas.microsoft.com/office/drawing/2014/main" id="{195A119D-F54F-D06D-A7A7-441DA1DCD4B7}"/>
                </a:ext>
              </a:extLst>
            </p:cNvPr>
            <p:cNvSpPr/>
            <p:nvPr/>
          </p:nvSpPr>
          <p:spPr>
            <a:xfrm rot="10800000">
              <a:off x="5830811" y="2160683"/>
              <a:ext cx="180000" cy="180000"/>
            </a:xfrm>
            <a:prstGeom prst="flowChartExtra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2BB25890-E4BA-09E3-E507-CD0DD27EC537}"/>
                </a:ext>
              </a:extLst>
            </p:cNvPr>
            <p:cNvCxnSpPr>
              <a:cxnSpLocks/>
            </p:cNvCxnSpPr>
            <p:nvPr/>
          </p:nvCxnSpPr>
          <p:spPr>
            <a:xfrm>
              <a:off x="5916310" y="1897272"/>
              <a:ext cx="4503" cy="4434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4" name="Imagem 33">
            <a:extLst>
              <a:ext uri="{FF2B5EF4-FFF2-40B4-BE49-F238E27FC236}">
                <a16:creationId xmlns:a16="http://schemas.microsoft.com/office/drawing/2014/main" id="{97282DE4-8CB2-061A-FD60-CC22668BB3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029" y="4811980"/>
            <a:ext cx="2880000" cy="532528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FC30865E-ACFA-5072-9E80-DE029E4B25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3110" y="3289580"/>
            <a:ext cx="2880000" cy="532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5D01FF5-20B9-0D61-7B0F-2FB125934B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4928" y="1689702"/>
            <a:ext cx="2880000" cy="53252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C6BA658-57AB-A0D8-9FC4-780173A77C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0029" y="2511023"/>
            <a:ext cx="2880000" cy="532528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168E24A4-289B-D912-BB15-F29698D621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70029" y="6325472"/>
            <a:ext cx="2880000" cy="53252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C414ED76-2235-4BCF-8C11-F8ECC78FB7E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76700" y="764363"/>
            <a:ext cx="4038600" cy="74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1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5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5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3500"/>
                            </p:stCondLst>
                            <p:childTnLst>
                              <p:par>
                                <p:cTn id="8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4500"/>
                            </p:stCondLst>
                            <p:childTnLst>
                              <p:par>
                                <p:cTn id="9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F368FB28-52F0-9A4A-4707-48759EF54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63F4D989-9CF5-FE8E-21F3-DEE25075AC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7" y="91961"/>
            <a:ext cx="10739121" cy="80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35C"/>
              </a:buClr>
              <a:buSzPts val="4700"/>
              <a:buNone/>
            </a:pPr>
            <a:r>
              <a:rPr lang="pt-BR" sz="4700" b="1" dirty="0">
                <a:solidFill>
                  <a:srgbClr val="00B35C"/>
                </a:solidFill>
                <a:latin typeface="Metric" panose="02000000000000000000" pitchFamily="2" charset="0"/>
                <a:ea typeface="Arial"/>
                <a:cs typeface="Arial"/>
                <a:sym typeface="Arial"/>
              </a:rPr>
              <a:t>Organograma e Estrutura Agrícola</a:t>
            </a:r>
            <a:endParaRPr sz="4700" b="1" dirty="0">
              <a:solidFill>
                <a:srgbClr val="00B35C"/>
              </a:solidFill>
              <a:latin typeface="Metric" panose="020000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95;p11" descr="Ícone&#10;&#10;Descrição gerada automaticamente">
            <a:extLst>
              <a:ext uri="{FF2B5EF4-FFF2-40B4-BE49-F238E27FC236}">
                <a16:creationId xmlns:a16="http://schemas.microsoft.com/office/drawing/2014/main" id="{23400F78-A88B-CE5F-3B3E-0BC150E772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24666" y="0"/>
            <a:ext cx="767334" cy="80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C61E861-5B24-AD7A-3806-2F24DCFFA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482" y="2632954"/>
            <a:ext cx="4038600" cy="113538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1C6B955-F654-6403-BE82-AD1AD9807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691" y="5806926"/>
            <a:ext cx="4038600" cy="74676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13F7EE65-DAC7-51D7-EF81-44BB85A3AC21}"/>
              </a:ext>
            </a:extLst>
          </p:cNvPr>
          <p:cNvSpPr txBox="1"/>
          <p:nvPr/>
        </p:nvSpPr>
        <p:spPr>
          <a:xfrm>
            <a:off x="11239495" y="901925"/>
            <a:ext cx="95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Ativo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RS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Reserva</a:t>
            </a:r>
            <a:b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40D6591-1116-47DE-540E-E8A824C39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3918" y="2632954"/>
            <a:ext cx="4038600" cy="169164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A3794A7-65E2-3B2C-4E61-16B403F3F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482" y="3945620"/>
            <a:ext cx="4038600" cy="12954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81C8A8B-C644-10CC-1A42-598CE8EE14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6700" y="811330"/>
            <a:ext cx="4038600" cy="7467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3E5F561-886E-05B8-FAD8-B1287D9897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6700" y="1708908"/>
            <a:ext cx="4038600" cy="74676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214015F-7DF7-2F98-A023-A6E6046199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3918" y="4501880"/>
            <a:ext cx="4038600" cy="112776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EA88C3C-A6AF-D70D-767F-15AD0B6179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9482" y="5418306"/>
            <a:ext cx="4038600" cy="11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8F381BF-767F-3075-8364-D78FCAAC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703AB55F-5432-9FF6-C3B6-C1730AC3F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7" y="91961"/>
            <a:ext cx="10739121" cy="80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35C"/>
              </a:buClr>
              <a:buSzPts val="4700"/>
              <a:buNone/>
            </a:pPr>
            <a:r>
              <a:rPr lang="pt-BR" sz="4700" b="1" dirty="0">
                <a:solidFill>
                  <a:srgbClr val="00B35C"/>
                </a:solidFill>
                <a:latin typeface="Metric" panose="02000000000000000000" pitchFamily="2" charset="0"/>
                <a:ea typeface="Arial"/>
                <a:cs typeface="Arial"/>
                <a:sym typeface="Arial"/>
              </a:rPr>
              <a:t>Organograma e Estrutura Agrícola</a:t>
            </a:r>
            <a:endParaRPr sz="4700" b="1" dirty="0">
              <a:solidFill>
                <a:srgbClr val="00B35C"/>
              </a:solidFill>
              <a:latin typeface="Metric" panose="020000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95;p11" descr="Ícone&#10;&#10;Descrição gerada automaticamente">
            <a:extLst>
              <a:ext uri="{FF2B5EF4-FFF2-40B4-BE49-F238E27FC236}">
                <a16:creationId xmlns:a16="http://schemas.microsoft.com/office/drawing/2014/main" id="{A39551F5-8351-31E3-1D14-17BB230A07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24666" y="0"/>
            <a:ext cx="767334" cy="80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D016FFFF-3F23-04D3-EAA1-892759B74BC4}"/>
              </a:ext>
            </a:extLst>
          </p:cNvPr>
          <p:cNvSpPr txBox="1"/>
          <p:nvPr/>
        </p:nvSpPr>
        <p:spPr>
          <a:xfrm>
            <a:off x="11239495" y="901925"/>
            <a:ext cx="95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Ativo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RS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Reserva</a:t>
            </a:r>
            <a:b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51CF1FA-D8B2-1B60-87D3-554C430F6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862" y="2641204"/>
            <a:ext cx="4038600" cy="206502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C07C55B-07A1-F7FA-F8F6-958B8A31E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2862" y="4875084"/>
            <a:ext cx="4038600" cy="75438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2D31CAEF-2EBF-35F2-D2EC-478A08887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862" y="5790704"/>
            <a:ext cx="4038600" cy="75438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469EEAE-3FB3-14D3-AB57-22A352D0DB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0539" y="2641204"/>
            <a:ext cx="4038600" cy="149352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D7FFA230-3CC5-173F-7EF1-BDD873B8C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6700" y="1717964"/>
            <a:ext cx="4038600" cy="7467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CFAA8D8-0FEB-F912-D589-5584EF1533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6700" y="811330"/>
            <a:ext cx="4038600" cy="74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5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4C6096AB-2E02-3B43-E15C-9DCC1737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2F7B11E3-F0D1-5FDC-3A47-4724AB633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7" y="91961"/>
            <a:ext cx="10739121" cy="80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35C"/>
              </a:buClr>
              <a:buSzPts val="4700"/>
              <a:buNone/>
            </a:pPr>
            <a:r>
              <a:rPr lang="pt-BR" sz="4700" b="1" dirty="0">
                <a:solidFill>
                  <a:srgbClr val="00B35C"/>
                </a:solidFill>
                <a:latin typeface="Metric" panose="02000000000000000000" pitchFamily="2" charset="0"/>
                <a:ea typeface="Arial"/>
                <a:cs typeface="Arial"/>
                <a:sym typeface="Arial"/>
              </a:rPr>
              <a:t>Organograma e Estrutura Agrícola</a:t>
            </a:r>
            <a:endParaRPr sz="4700" b="1" dirty="0">
              <a:solidFill>
                <a:srgbClr val="00B35C"/>
              </a:solidFill>
              <a:latin typeface="Metric" panose="020000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95;p11" descr="Ícone&#10;&#10;Descrição gerada automaticamente">
            <a:extLst>
              <a:ext uri="{FF2B5EF4-FFF2-40B4-BE49-F238E27FC236}">
                <a16:creationId xmlns:a16="http://schemas.microsoft.com/office/drawing/2014/main" id="{26197E42-EA7D-27B3-84F4-6DF4868B8E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24666" y="0"/>
            <a:ext cx="767334" cy="80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A1AE6EEC-C0B4-5477-09F1-27F422831AFF}"/>
              </a:ext>
            </a:extLst>
          </p:cNvPr>
          <p:cNvSpPr txBox="1"/>
          <p:nvPr/>
        </p:nvSpPr>
        <p:spPr>
          <a:xfrm>
            <a:off x="11239495" y="901925"/>
            <a:ext cx="95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Ativo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RS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Reserva</a:t>
            </a:r>
            <a:b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CDF0580-6FA1-3A69-A048-7F77F1569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46341"/>
            <a:ext cx="3780000" cy="69894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8D1DFA2-DDE0-DDB3-E4B0-E83E77F61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000" y="1846341"/>
            <a:ext cx="3780000" cy="69894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4796484-658E-5FF3-1608-C141D2A6F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000" y="1846341"/>
            <a:ext cx="3780000" cy="69894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CC01BDA-E8A9-E983-14E5-BF2158E2DC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790756"/>
            <a:ext cx="3780000" cy="1754491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E6CBE186-18EE-653F-90F1-319C985985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862931"/>
            <a:ext cx="3780000" cy="884377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CDE02D0-2AF5-5F1E-FD88-AC2F37CCF7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000" y="2790756"/>
            <a:ext cx="3780000" cy="698943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1C165439-9ED5-434A-2A9C-1BF11CAC3E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000" y="3735171"/>
            <a:ext cx="3780000" cy="1248113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212FCEDB-BA4D-9B40-CEBF-70892129E4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000" y="2790755"/>
            <a:ext cx="3780000" cy="69894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465D56DC-610B-A5AE-9B49-4EDF24A51C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000" y="3735169"/>
            <a:ext cx="3780000" cy="72034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1A5A9EE-E65B-433C-0D7C-2458F9D9B3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06000" y="901925"/>
            <a:ext cx="3780000" cy="69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3D19E27F-8D58-F1D0-F2A7-A83C556A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E2EE25C8-9A08-04B2-0F03-C34A5F314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7" y="91961"/>
            <a:ext cx="10739121" cy="80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35C"/>
              </a:buClr>
              <a:buSzPts val="4700"/>
              <a:buNone/>
            </a:pPr>
            <a:r>
              <a:rPr lang="pt-BR" sz="4700" b="1" dirty="0">
                <a:solidFill>
                  <a:srgbClr val="00B35C"/>
                </a:solidFill>
                <a:latin typeface="Metric" panose="02000000000000000000" pitchFamily="2" charset="0"/>
                <a:ea typeface="Arial"/>
                <a:cs typeface="Arial"/>
                <a:sym typeface="Arial"/>
              </a:rPr>
              <a:t>Organograma e Estrutura Agrícola</a:t>
            </a:r>
            <a:endParaRPr sz="4700" b="1" dirty="0">
              <a:solidFill>
                <a:srgbClr val="00B35C"/>
              </a:solidFill>
              <a:latin typeface="Metric" panose="02000000000000000000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95;p11" descr="Ícone&#10;&#10;Descrição gerada automaticamente">
            <a:extLst>
              <a:ext uri="{FF2B5EF4-FFF2-40B4-BE49-F238E27FC236}">
                <a16:creationId xmlns:a16="http://schemas.microsoft.com/office/drawing/2014/main" id="{1D01334A-26A5-1487-8115-1E69E4B1FA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24666" y="0"/>
            <a:ext cx="767334" cy="80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D856C5D6-A45F-7333-9667-484F8ABE7971}"/>
              </a:ext>
            </a:extLst>
          </p:cNvPr>
          <p:cNvSpPr txBox="1"/>
          <p:nvPr/>
        </p:nvSpPr>
        <p:spPr>
          <a:xfrm>
            <a:off x="11239495" y="901925"/>
            <a:ext cx="95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Ativo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RS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Reserva</a:t>
            </a:r>
            <a:b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TT 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E7F813-22E6-5B37-1D62-79FB8D8DD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700" y="811330"/>
            <a:ext cx="4038600" cy="74676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09297EC-EC3D-FB56-E36B-4E26B9032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700" y="1735704"/>
            <a:ext cx="4038600" cy="7467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6BEF860-0D1F-4B75-CE16-16D368938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463" y="2660078"/>
            <a:ext cx="4038600" cy="150114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6944AD6-1A78-DD0A-211F-D4E3CEDCB8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63" y="4338832"/>
            <a:ext cx="4038600" cy="113538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63DB19B-D3D1-1328-CE33-B5275CEB3B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895" y="2660078"/>
            <a:ext cx="4038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5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5" descr="Ativo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7475" y="2578100"/>
            <a:ext cx="1748155" cy="1837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70</Words>
  <Application>Microsoft Office PowerPoint</Application>
  <PresentationFormat>Widescreen</PresentationFormat>
  <Paragraphs>15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Metric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Oliveira</dc:creator>
  <cp:lastModifiedBy>Everton Passarini</cp:lastModifiedBy>
  <cp:revision>21</cp:revision>
  <dcterms:created xsi:type="dcterms:W3CDTF">2023-11-27T14:58:00Z</dcterms:created>
  <dcterms:modified xsi:type="dcterms:W3CDTF">2026-06-03T19:46:13Z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2023-11-27T17:46:56Z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47389fc8-2fa3-4e2b-927f-d63615397a0d</vt:lpwstr>
  </property>
  <property fmtid="{D5CDD505-2E9C-101B-9397-08002B2CF9AE}" pid="7" name="MSIP_Label_defa4170-0d19-0005-0004-bc88714345d2_ActionId">
    <vt:lpwstr>c02c0f3c-20b8-41f0-b907-7e8c949b51cc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E702A89B67EF47D3A0F7375272C75BAC_12</vt:lpwstr>
  </property>
  <property fmtid="{D5CDD505-2E9C-101B-9397-08002B2CF9AE}" pid="10" name="KSOProductBuildVer">
    <vt:lpwstr>1046-12.2.0.13359</vt:lpwstr>
  </property>
</Properties>
</file>